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6F78F6-DF38-481C-BCE3-0308CCB0CE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2D3E7A-38C5-4480-A3CC-E5E49C2A36C0}">
      <dgm:prSet/>
      <dgm:spPr/>
      <dgm:t>
        <a:bodyPr/>
        <a:lstStyle/>
        <a:p>
          <a:r>
            <a:rPr lang="en-US"/>
            <a:t>Nmap, ağ keşfi ve güvenlik denetimleri için kullanılan güçlü bir ağ tarayıcıdır. </a:t>
          </a:r>
        </a:p>
      </dgm:t>
    </dgm:pt>
    <dgm:pt modelId="{30762268-21EF-44A8-A5F1-A1BB8AF1D4DD}" type="parTrans" cxnId="{1AE8EF99-A90B-4CF6-BF15-9FDFC87727E4}">
      <dgm:prSet/>
      <dgm:spPr/>
      <dgm:t>
        <a:bodyPr/>
        <a:lstStyle/>
        <a:p>
          <a:endParaRPr lang="en-US"/>
        </a:p>
      </dgm:t>
    </dgm:pt>
    <dgm:pt modelId="{B48CCAAE-1004-4F12-BB0C-60F0DBA19D96}" type="sibTrans" cxnId="{1AE8EF99-A90B-4CF6-BF15-9FDFC87727E4}">
      <dgm:prSet/>
      <dgm:spPr/>
      <dgm:t>
        <a:bodyPr/>
        <a:lstStyle/>
        <a:p>
          <a:endParaRPr lang="en-US"/>
        </a:p>
      </dgm:t>
    </dgm:pt>
    <dgm:pt modelId="{FDC5905E-4B27-407D-9E24-B3D3A9E88AB0}">
      <dgm:prSet/>
      <dgm:spPr/>
      <dgm:t>
        <a:bodyPr/>
        <a:lstStyle/>
        <a:p>
          <a:r>
            <a:rPr lang="en-US"/>
            <a:t>Ağdaki hostları, işletim sistemlerini ve açık portları belirlemek için kullanılır. </a:t>
          </a:r>
        </a:p>
      </dgm:t>
    </dgm:pt>
    <dgm:pt modelId="{514FF282-2566-4B7B-B26F-1B480EF8F8E6}" type="parTrans" cxnId="{04964E7B-886F-4FD1-BFE0-75B70D457320}">
      <dgm:prSet/>
      <dgm:spPr/>
      <dgm:t>
        <a:bodyPr/>
        <a:lstStyle/>
        <a:p>
          <a:endParaRPr lang="en-US"/>
        </a:p>
      </dgm:t>
    </dgm:pt>
    <dgm:pt modelId="{BD23C1E2-F443-4EEA-BA2B-4E0ADFB9CC37}" type="sibTrans" cxnId="{04964E7B-886F-4FD1-BFE0-75B70D457320}">
      <dgm:prSet/>
      <dgm:spPr/>
      <dgm:t>
        <a:bodyPr/>
        <a:lstStyle/>
        <a:p>
          <a:endParaRPr lang="en-US"/>
        </a:p>
      </dgm:t>
    </dgm:pt>
    <dgm:pt modelId="{205B50EB-49DA-4E2D-B7DC-71488D3FB6C0}">
      <dgm:prSet/>
      <dgm:spPr/>
      <dgm:t>
        <a:bodyPr/>
        <a:lstStyle/>
        <a:p>
          <a:r>
            <a:rPr lang="en-US"/>
            <a:t>Saldırganların ağ yapısını anlamalarına ve zayıf noktaları tespit etmelerine yardımcı olur.</a:t>
          </a:r>
        </a:p>
      </dgm:t>
    </dgm:pt>
    <dgm:pt modelId="{22244B4D-AFC5-4D31-87BC-045ADD645C2D}" type="parTrans" cxnId="{3165D333-7358-4F88-AAFB-15F1A7FFD274}">
      <dgm:prSet/>
      <dgm:spPr/>
      <dgm:t>
        <a:bodyPr/>
        <a:lstStyle/>
        <a:p>
          <a:endParaRPr lang="en-US"/>
        </a:p>
      </dgm:t>
    </dgm:pt>
    <dgm:pt modelId="{727EF0B6-4A16-4457-B3D4-F3B097BDAC80}" type="sibTrans" cxnId="{3165D333-7358-4F88-AAFB-15F1A7FFD274}">
      <dgm:prSet/>
      <dgm:spPr/>
      <dgm:t>
        <a:bodyPr/>
        <a:lstStyle/>
        <a:p>
          <a:endParaRPr lang="en-US"/>
        </a:p>
      </dgm:t>
    </dgm:pt>
    <dgm:pt modelId="{BD9A5ACD-99EB-4C25-BC40-BF14C436857F}" type="pres">
      <dgm:prSet presAssocID="{5B6F78F6-DF38-481C-BCE3-0308CCB0CE40}" presName="linear" presStyleCnt="0">
        <dgm:presLayoutVars>
          <dgm:animLvl val="lvl"/>
          <dgm:resizeHandles val="exact"/>
        </dgm:presLayoutVars>
      </dgm:prSet>
      <dgm:spPr/>
    </dgm:pt>
    <dgm:pt modelId="{8D6F1B89-DDDC-44D5-B4E2-66F0C59046D0}" type="pres">
      <dgm:prSet presAssocID="{FD2D3E7A-38C5-4480-A3CC-E5E49C2A36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F61ABF-58C5-485C-A7EB-77FD1F165878}" type="pres">
      <dgm:prSet presAssocID="{B48CCAAE-1004-4F12-BB0C-60F0DBA19D96}" presName="spacer" presStyleCnt="0"/>
      <dgm:spPr/>
    </dgm:pt>
    <dgm:pt modelId="{0BFA2E30-7E97-41CC-AB5F-E96616CB51FC}" type="pres">
      <dgm:prSet presAssocID="{FDC5905E-4B27-407D-9E24-B3D3A9E88A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3E0217-CDB5-4D71-B871-E4406C78CA32}" type="pres">
      <dgm:prSet presAssocID="{BD23C1E2-F443-4EEA-BA2B-4E0ADFB9CC37}" presName="spacer" presStyleCnt="0"/>
      <dgm:spPr/>
    </dgm:pt>
    <dgm:pt modelId="{13E7767D-640E-47A3-B5F6-50D8DEE9F7CA}" type="pres">
      <dgm:prSet presAssocID="{205B50EB-49DA-4E2D-B7DC-71488D3FB6C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CDEFD21-F621-457B-B9A5-DF704BE17059}" type="presOf" srcId="{205B50EB-49DA-4E2D-B7DC-71488D3FB6C0}" destId="{13E7767D-640E-47A3-B5F6-50D8DEE9F7CA}" srcOrd="0" destOrd="0" presId="urn:microsoft.com/office/officeart/2005/8/layout/vList2"/>
    <dgm:cxn modelId="{3165D333-7358-4F88-AAFB-15F1A7FFD274}" srcId="{5B6F78F6-DF38-481C-BCE3-0308CCB0CE40}" destId="{205B50EB-49DA-4E2D-B7DC-71488D3FB6C0}" srcOrd="2" destOrd="0" parTransId="{22244B4D-AFC5-4D31-87BC-045ADD645C2D}" sibTransId="{727EF0B6-4A16-4457-B3D4-F3B097BDAC80}"/>
    <dgm:cxn modelId="{323CB96F-4D04-4B19-B41D-E7618229EB92}" type="presOf" srcId="{5B6F78F6-DF38-481C-BCE3-0308CCB0CE40}" destId="{BD9A5ACD-99EB-4C25-BC40-BF14C436857F}" srcOrd="0" destOrd="0" presId="urn:microsoft.com/office/officeart/2005/8/layout/vList2"/>
    <dgm:cxn modelId="{19845D72-1EC8-4E35-AB01-F51FC6514C60}" type="presOf" srcId="{FDC5905E-4B27-407D-9E24-B3D3A9E88AB0}" destId="{0BFA2E30-7E97-41CC-AB5F-E96616CB51FC}" srcOrd="0" destOrd="0" presId="urn:microsoft.com/office/officeart/2005/8/layout/vList2"/>
    <dgm:cxn modelId="{04964E7B-886F-4FD1-BFE0-75B70D457320}" srcId="{5B6F78F6-DF38-481C-BCE3-0308CCB0CE40}" destId="{FDC5905E-4B27-407D-9E24-B3D3A9E88AB0}" srcOrd="1" destOrd="0" parTransId="{514FF282-2566-4B7B-B26F-1B480EF8F8E6}" sibTransId="{BD23C1E2-F443-4EEA-BA2B-4E0ADFB9CC37}"/>
    <dgm:cxn modelId="{1AE8EF99-A90B-4CF6-BF15-9FDFC87727E4}" srcId="{5B6F78F6-DF38-481C-BCE3-0308CCB0CE40}" destId="{FD2D3E7A-38C5-4480-A3CC-E5E49C2A36C0}" srcOrd="0" destOrd="0" parTransId="{30762268-21EF-44A8-A5F1-A1BB8AF1D4DD}" sibTransId="{B48CCAAE-1004-4F12-BB0C-60F0DBA19D96}"/>
    <dgm:cxn modelId="{AAFDD59A-50F4-44D3-AF95-EEBE07B99D5C}" type="presOf" srcId="{FD2D3E7A-38C5-4480-A3CC-E5E49C2A36C0}" destId="{8D6F1B89-DDDC-44D5-B4E2-66F0C59046D0}" srcOrd="0" destOrd="0" presId="urn:microsoft.com/office/officeart/2005/8/layout/vList2"/>
    <dgm:cxn modelId="{ACBD4704-C08D-464E-86D4-C93ABC266A72}" type="presParOf" srcId="{BD9A5ACD-99EB-4C25-BC40-BF14C436857F}" destId="{8D6F1B89-DDDC-44D5-B4E2-66F0C59046D0}" srcOrd="0" destOrd="0" presId="urn:microsoft.com/office/officeart/2005/8/layout/vList2"/>
    <dgm:cxn modelId="{E1E5F2A9-E092-4F4D-BA2F-165C2DF88248}" type="presParOf" srcId="{BD9A5ACD-99EB-4C25-BC40-BF14C436857F}" destId="{4BF61ABF-58C5-485C-A7EB-77FD1F165878}" srcOrd="1" destOrd="0" presId="urn:microsoft.com/office/officeart/2005/8/layout/vList2"/>
    <dgm:cxn modelId="{18EE8D71-E324-45BE-8087-59B5AE837CD4}" type="presParOf" srcId="{BD9A5ACD-99EB-4C25-BC40-BF14C436857F}" destId="{0BFA2E30-7E97-41CC-AB5F-E96616CB51FC}" srcOrd="2" destOrd="0" presId="urn:microsoft.com/office/officeart/2005/8/layout/vList2"/>
    <dgm:cxn modelId="{0909B6AD-B9E1-48CC-B4AE-2396DD02BCF9}" type="presParOf" srcId="{BD9A5ACD-99EB-4C25-BC40-BF14C436857F}" destId="{583E0217-CDB5-4D71-B871-E4406C78CA32}" srcOrd="3" destOrd="0" presId="urn:microsoft.com/office/officeart/2005/8/layout/vList2"/>
    <dgm:cxn modelId="{FC8CF828-30AF-4797-A38C-68A52166F9EF}" type="presParOf" srcId="{BD9A5ACD-99EB-4C25-BC40-BF14C436857F}" destId="{13E7767D-640E-47A3-B5F6-50D8DEE9F7C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105BCD-3CF1-4412-BA1D-F62ED14849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FDE160-C39A-426E-8C0F-84FB4CC7F054}">
      <dgm:prSet/>
      <dgm:spPr/>
      <dgm:t>
        <a:bodyPr/>
        <a:lstStyle/>
        <a:p>
          <a:r>
            <a:rPr lang="en-US"/>
            <a:t>Wireshark, ağ trafiğini gerçek zamanlı olarak analiz etmek için kullanılan bir protokol analizörüdür. </a:t>
          </a:r>
        </a:p>
      </dgm:t>
    </dgm:pt>
    <dgm:pt modelId="{F1187915-76B4-4E35-ADD0-745E69D4ABEE}" type="parTrans" cxnId="{0305C696-2889-4438-ABED-1A123BBAF5C7}">
      <dgm:prSet/>
      <dgm:spPr/>
      <dgm:t>
        <a:bodyPr/>
        <a:lstStyle/>
        <a:p>
          <a:endParaRPr lang="en-US"/>
        </a:p>
      </dgm:t>
    </dgm:pt>
    <dgm:pt modelId="{CDF3AFC9-2554-49BE-AEE6-438A633F68F7}" type="sibTrans" cxnId="{0305C696-2889-4438-ABED-1A123BBAF5C7}">
      <dgm:prSet/>
      <dgm:spPr/>
      <dgm:t>
        <a:bodyPr/>
        <a:lstStyle/>
        <a:p>
          <a:endParaRPr lang="en-US"/>
        </a:p>
      </dgm:t>
    </dgm:pt>
    <dgm:pt modelId="{970F9B7C-900D-487A-ADBF-602469589E3C}">
      <dgm:prSet/>
      <dgm:spPr/>
      <dgm:t>
        <a:bodyPr/>
        <a:lstStyle/>
        <a:p>
          <a:r>
            <a:rPr lang="en-US"/>
            <a:t>Kullanıcılar, veri paketlerini yakalayarak, ağ problemlerini teşhis edebilir ve güvenlik açıklarını tespit edebilir.</a:t>
          </a:r>
        </a:p>
      </dgm:t>
    </dgm:pt>
    <dgm:pt modelId="{CEC0468F-E1F8-4D0F-ABDE-09B12F2FAF34}" type="parTrans" cxnId="{8EFC737E-BC70-4A8A-9A56-FA9CA578DA21}">
      <dgm:prSet/>
      <dgm:spPr/>
      <dgm:t>
        <a:bodyPr/>
        <a:lstStyle/>
        <a:p>
          <a:endParaRPr lang="en-US"/>
        </a:p>
      </dgm:t>
    </dgm:pt>
    <dgm:pt modelId="{9F3578AB-FA10-41AA-B5AD-E7DB9B288611}" type="sibTrans" cxnId="{8EFC737E-BC70-4A8A-9A56-FA9CA578DA21}">
      <dgm:prSet/>
      <dgm:spPr/>
      <dgm:t>
        <a:bodyPr/>
        <a:lstStyle/>
        <a:p>
          <a:endParaRPr lang="en-US"/>
        </a:p>
      </dgm:t>
    </dgm:pt>
    <dgm:pt modelId="{FD294CE5-228F-4684-8474-90EF68152A07}" type="pres">
      <dgm:prSet presAssocID="{08105BCD-3CF1-4412-BA1D-F62ED148494F}" presName="linear" presStyleCnt="0">
        <dgm:presLayoutVars>
          <dgm:animLvl val="lvl"/>
          <dgm:resizeHandles val="exact"/>
        </dgm:presLayoutVars>
      </dgm:prSet>
      <dgm:spPr/>
    </dgm:pt>
    <dgm:pt modelId="{06879EE8-FBE9-413E-A7FD-1EFE3B895AD1}" type="pres">
      <dgm:prSet presAssocID="{31FDE160-C39A-426E-8C0F-84FB4CC7F05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A2A327A-06D1-4136-898B-F1B983EB529B}" type="pres">
      <dgm:prSet presAssocID="{CDF3AFC9-2554-49BE-AEE6-438A633F68F7}" presName="spacer" presStyleCnt="0"/>
      <dgm:spPr/>
    </dgm:pt>
    <dgm:pt modelId="{2524797D-2343-423E-A1F9-A6AA373F687C}" type="pres">
      <dgm:prSet presAssocID="{970F9B7C-900D-487A-ADBF-602469589E3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CCD0B2C-BB2D-40A7-9881-145B914FF20A}" type="presOf" srcId="{31FDE160-C39A-426E-8C0F-84FB4CC7F054}" destId="{06879EE8-FBE9-413E-A7FD-1EFE3B895AD1}" srcOrd="0" destOrd="0" presId="urn:microsoft.com/office/officeart/2005/8/layout/vList2"/>
    <dgm:cxn modelId="{8EFC737E-BC70-4A8A-9A56-FA9CA578DA21}" srcId="{08105BCD-3CF1-4412-BA1D-F62ED148494F}" destId="{970F9B7C-900D-487A-ADBF-602469589E3C}" srcOrd="1" destOrd="0" parTransId="{CEC0468F-E1F8-4D0F-ABDE-09B12F2FAF34}" sibTransId="{9F3578AB-FA10-41AA-B5AD-E7DB9B288611}"/>
    <dgm:cxn modelId="{0305C696-2889-4438-ABED-1A123BBAF5C7}" srcId="{08105BCD-3CF1-4412-BA1D-F62ED148494F}" destId="{31FDE160-C39A-426E-8C0F-84FB4CC7F054}" srcOrd="0" destOrd="0" parTransId="{F1187915-76B4-4E35-ADD0-745E69D4ABEE}" sibTransId="{CDF3AFC9-2554-49BE-AEE6-438A633F68F7}"/>
    <dgm:cxn modelId="{8F0842A8-B4BE-4224-B5D0-296E80291594}" type="presOf" srcId="{970F9B7C-900D-487A-ADBF-602469589E3C}" destId="{2524797D-2343-423E-A1F9-A6AA373F687C}" srcOrd="0" destOrd="0" presId="urn:microsoft.com/office/officeart/2005/8/layout/vList2"/>
    <dgm:cxn modelId="{1127BBB3-7704-4FF8-A705-F80FF3528399}" type="presOf" srcId="{08105BCD-3CF1-4412-BA1D-F62ED148494F}" destId="{FD294CE5-228F-4684-8474-90EF68152A07}" srcOrd="0" destOrd="0" presId="urn:microsoft.com/office/officeart/2005/8/layout/vList2"/>
    <dgm:cxn modelId="{7FD5FDBE-730D-42F3-8A81-9C70745A94B5}" type="presParOf" srcId="{FD294CE5-228F-4684-8474-90EF68152A07}" destId="{06879EE8-FBE9-413E-A7FD-1EFE3B895AD1}" srcOrd="0" destOrd="0" presId="urn:microsoft.com/office/officeart/2005/8/layout/vList2"/>
    <dgm:cxn modelId="{A74BD778-7C3F-44A1-9091-9318BA0B1525}" type="presParOf" srcId="{FD294CE5-228F-4684-8474-90EF68152A07}" destId="{7A2A327A-06D1-4136-898B-F1B983EB529B}" srcOrd="1" destOrd="0" presId="urn:microsoft.com/office/officeart/2005/8/layout/vList2"/>
    <dgm:cxn modelId="{9FFBF96D-951E-4763-995D-21F083689725}" type="presParOf" srcId="{FD294CE5-228F-4684-8474-90EF68152A07}" destId="{2524797D-2343-423E-A1F9-A6AA373F687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2FB512-3C59-4038-A235-C90B469CEFE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EB29DC-5223-4B37-B5FE-FE33AA0D6A5C}">
      <dgm:prSet/>
      <dgm:spPr/>
      <dgm:t>
        <a:bodyPr/>
        <a:lstStyle/>
        <a:p>
          <a:r>
            <a:rPr lang="en-US"/>
            <a:t>Metasploit, penetrasyon testleri yapmak için kullanılan en popüler araçlardan biridir. </a:t>
          </a:r>
        </a:p>
      </dgm:t>
    </dgm:pt>
    <dgm:pt modelId="{327D9361-44FF-4873-8733-B0FF380089B1}" type="parTrans" cxnId="{AEE6C43C-6F84-453D-A494-B29F65BCD945}">
      <dgm:prSet/>
      <dgm:spPr/>
      <dgm:t>
        <a:bodyPr/>
        <a:lstStyle/>
        <a:p>
          <a:endParaRPr lang="en-US"/>
        </a:p>
      </dgm:t>
    </dgm:pt>
    <dgm:pt modelId="{B6A95395-D7FB-43A0-93D6-23FF71256B98}" type="sibTrans" cxnId="{AEE6C43C-6F84-453D-A494-B29F65BCD945}">
      <dgm:prSet/>
      <dgm:spPr/>
      <dgm:t>
        <a:bodyPr/>
        <a:lstStyle/>
        <a:p>
          <a:endParaRPr lang="en-US"/>
        </a:p>
      </dgm:t>
    </dgm:pt>
    <dgm:pt modelId="{057D2BDE-BD71-4877-8CB3-6515C37DAB91}">
      <dgm:prSet/>
      <dgm:spPr/>
      <dgm:t>
        <a:bodyPr/>
        <a:lstStyle/>
        <a:p>
          <a:r>
            <a:rPr lang="en-US"/>
            <a:t>Kullanıcılara, zayıflıklardan yararlanarak sistemlere erişim sağlamalarına olanak tanır. </a:t>
          </a:r>
        </a:p>
      </dgm:t>
    </dgm:pt>
    <dgm:pt modelId="{B587270D-EB36-482A-AF34-1FD40D9019BC}" type="parTrans" cxnId="{6EB1C206-0D16-49C3-948B-38493A82CF14}">
      <dgm:prSet/>
      <dgm:spPr/>
      <dgm:t>
        <a:bodyPr/>
        <a:lstStyle/>
        <a:p>
          <a:endParaRPr lang="en-US"/>
        </a:p>
      </dgm:t>
    </dgm:pt>
    <dgm:pt modelId="{C1F825E8-8894-4FB2-9608-A8356C0AA40D}" type="sibTrans" cxnId="{6EB1C206-0D16-49C3-948B-38493A82CF14}">
      <dgm:prSet/>
      <dgm:spPr/>
      <dgm:t>
        <a:bodyPr/>
        <a:lstStyle/>
        <a:p>
          <a:endParaRPr lang="en-US"/>
        </a:p>
      </dgm:t>
    </dgm:pt>
    <dgm:pt modelId="{D165CB92-5E26-40F7-AE36-6C1E2B4179A5}">
      <dgm:prSet/>
      <dgm:spPr/>
      <dgm:t>
        <a:bodyPr/>
        <a:lstStyle/>
        <a:p>
          <a:r>
            <a:rPr lang="en-US"/>
            <a:t>Ayrıca, eğitim ve araştırma amacıyla da kullanılır.</a:t>
          </a:r>
        </a:p>
      </dgm:t>
    </dgm:pt>
    <dgm:pt modelId="{E19B2B8F-E135-4992-AF2F-0D4B0AC70C53}" type="parTrans" cxnId="{F91281DB-2211-4FED-97AF-6F6DEBAACAF1}">
      <dgm:prSet/>
      <dgm:spPr/>
      <dgm:t>
        <a:bodyPr/>
        <a:lstStyle/>
        <a:p>
          <a:endParaRPr lang="en-US"/>
        </a:p>
      </dgm:t>
    </dgm:pt>
    <dgm:pt modelId="{C123D6FD-0D48-453A-8B83-665CF34DCE51}" type="sibTrans" cxnId="{F91281DB-2211-4FED-97AF-6F6DEBAACAF1}">
      <dgm:prSet/>
      <dgm:spPr/>
      <dgm:t>
        <a:bodyPr/>
        <a:lstStyle/>
        <a:p>
          <a:endParaRPr lang="en-US"/>
        </a:p>
      </dgm:t>
    </dgm:pt>
    <dgm:pt modelId="{D4E6618A-7027-44A1-B5D1-A47500CD54B0}" type="pres">
      <dgm:prSet presAssocID="{C62FB512-3C59-4038-A235-C90B469CEFE0}" presName="linear" presStyleCnt="0">
        <dgm:presLayoutVars>
          <dgm:animLvl val="lvl"/>
          <dgm:resizeHandles val="exact"/>
        </dgm:presLayoutVars>
      </dgm:prSet>
      <dgm:spPr/>
    </dgm:pt>
    <dgm:pt modelId="{5EEFCB26-AD87-44B3-BB1C-DE0196E98F37}" type="pres">
      <dgm:prSet presAssocID="{ECEB29DC-5223-4B37-B5FE-FE33AA0D6A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7D8634-3F6B-4AB0-9D0B-5BE4B4F1E610}" type="pres">
      <dgm:prSet presAssocID="{B6A95395-D7FB-43A0-93D6-23FF71256B98}" presName="spacer" presStyleCnt="0"/>
      <dgm:spPr/>
    </dgm:pt>
    <dgm:pt modelId="{5A3F532D-3579-4014-BBDD-BB954727CF8A}" type="pres">
      <dgm:prSet presAssocID="{057D2BDE-BD71-4877-8CB3-6515C37DAB9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A7B0D0-D774-4D9A-B558-E836A3777746}" type="pres">
      <dgm:prSet presAssocID="{C1F825E8-8894-4FB2-9608-A8356C0AA40D}" presName="spacer" presStyleCnt="0"/>
      <dgm:spPr/>
    </dgm:pt>
    <dgm:pt modelId="{C4404945-098A-455C-BC14-5AB8071943D7}" type="pres">
      <dgm:prSet presAssocID="{D165CB92-5E26-40F7-AE36-6C1E2B4179A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B1C206-0D16-49C3-948B-38493A82CF14}" srcId="{C62FB512-3C59-4038-A235-C90B469CEFE0}" destId="{057D2BDE-BD71-4877-8CB3-6515C37DAB91}" srcOrd="1" destOrd="0" parTransId="{B587270D-EB36-482A-AF34-1FD40D9019BC}" sibTransId="{C1F825E8-8894-4FB2-9608-A8356C0AA40D}"/>
    <dgm:cxn modelId="{7BB51621-E582-48F8-82D3-BB9182135C39}" type="presOf" srcId="{C62FB512-3C59-4038-A235-C90B469CEFE0}" destId="{D4E6618A-7027-44A1-B5D1-A47500CD54B0}" srcOrd="0" destOrd="0" presId="urn:microsoft.com/office/officeart/2005/8/layout/vList2"/>
    <dgm:cxn modelId="{AEE6C43C-6F84-453D-A494-B29F65BCD945}" srcId="{C62FB512-3C59-4038-A235-C90B469CEFE0}" destId="{ECEB29DC-5223-4B37-B5FE-FE33AA0D6A5C}" srcOrd="0" destOrd="0" parTransId="{327D9361-44FF-4873-8733-B0FF380089B1}" sibTransId="{B6A95395-D7FB-43A0-93D6-23FF71256B98}"/>
    <dgm:cxn modelId="{DA7B4979-1D2C-4E96-B004-0FF9171BD161}" type="presOf" srcId="{ECEB29DC-5223-4B37-B5FE-FE33AA0D6A5C}" destId="{5EEFCB26-AD87-44B3-BB1C-DE0196E98F37}" srcOrd="0" destOrd="0" presId="urn:microsoft.com/office/officeart/2005/8/layout/vList2"/>
    <dgm:cxn modelId="{3D289682-4881-4CED-BE45-7B262EA73CA5}" type="presOf" srcId="{057D2BDE-BD71-4877-8CB3-6515C37DAB91}" destId="{5A3F532D-3579-4014-BBDD-BB954727CF8A}" srcOrd="0" destOrd="0" presId="urn:microsoft.com/office/officeart/2005/8/layout/vList2"/>
    <dgm:cxn modelId="{E1E782A2-D09E-47D0-8A8A-81738A7396F6}" type="presOf" srcId="{D165CB92-5E26-40F7-AE36-6C1E2B4179A5}" destId="{C4404945-098A-455C-BC14-5AB8071943D7}" srcOrd="0" destOrd="0" presId="urn:microsoft.com/office/officeart/2005/8/layout/vList2"/>
    <dgm:cxn modelId="{F91281DB-2211-4FED-97AF-6F6DEBAACAF1}" srcId="{C62FB512-3C59-4038-A235-C90B469CEFE0}" destId="{D165CB92-5E26-40F7-AE36-6C1E2B4179A5}" srcOrd="2" destOrd="0" parTransId="{E19B2B8F-E135-4992-AF2F-0D4B0AC70C53}" sibTransId="{C123D6FD-0D48-453A-8B83-665CF34DCE51}"/>
    <dgm:cxn modelId="{FD3F9C74-3472-4FC8-B1D0-E74334D7A459}" type="presParOf" srcId="{D4E6618A-7027-44A1-B5D1-A47500CD54B0}" destId="{5EEFCB26-AD87-44B3-BB1C-DE0196E98F37}" srcOrd="0" destOrd="0" presId="urn:microsoft.com/office/officeart/2005/8/layout/vList2"/>
    <dgm:cxn modelId="{1F40EBD4-74DE-46F8-828A-0E7A1E131B06}" type="presParOf" srcId="{D4E6618A-7027-44A1-B5D1-A47500CD54B0}" destId="{C87D8634-3F6B-4AB0-9D0B-5BE4B4F1E610}" srcOrd="1" destOrd="0" presId="urn:microsoft.com/office/officeart/2005/8/layout/vList2"/>
    <dgm:cxn modelId="{BAAE7CB2-1B1E-45D9-A6BD-116CA7CF5A86}" type="presParOf" srcId="{D4E6618A-7027-44A1-B5D1-A47500CD54B0}" destId="{5A3F532D-3579-4014-BBDD-BB954727CF8A}" srcOrd="2" destOrd="0" presId="urn:microsoft.com/office/officeart/2005/8/layout/vList2"/>
    <dgm:cxn modelId="{0DF33FD2-344D-4A7C-A8F7-4757247F36A6}" type="presParOf" srcId="{D4E6618A-7027-44A1-B5D1-A47500CD54B0}" destId="{E2A7B0D0-D774-4D9A-B558-E836A3777746}" srcOrd="3" destOrd="0" presId="urn:microsoft.com/office/officeart/2005/8/layout/vList2"/>
    <dgm:cxn modelId="{E1E1CE13-3215-4818-883E-7B4225D4FD35}" type="presParOf" srcId="{D4E6618A-7027-44A1-B5D1-A47500CD54B0}" destId="{C4404945-098A-455C-BC14-5AB8071943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75EBB4-EE15-4F40-9305-944888A44FA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7DDAC92-9040-4D08-A0A5-92F59F768BE5}">
      <dgm:prSet/>
      <dgm:spPr/>
      <dgm:t>
        <a:bodyPr/>
        <a:lstStyle/>
        <a:p>
          <a:r>
            <a:rPr lang="en-US"/>
            <a:t>Burp Suite, web uygulamalarının güvenlik testleri için tasarlanmış entegre bir platformdur. </a:t>
          </a:r>
        </a:p>
      </dgm:t>
    </dgm:pt>
    <dgm:pt modelId="{2EA98D80-3768-4E9B-9212-B1E14C675FFB}" type="parTrans" cxnId="{A84AF8B8-3B65-469A-9F40-FB4DB71E86EF}">
      <dgm:prSet/>
      <dgm:spPr/>
      <dgm:t>
        <a:bodyPr/>
        <a:lstStyle/>
        <a:p>
          <a:endParaRPr lang="en-US"/>
        </a:p>
      </dgm:t>
    </dgm:pt>
    <dgm:pt modelId="{AA47588C-B94B-4792-A0F2-D79AF4061520}" type="sibTrans" cxnId="{A84AF8B8-3B65-469A-9F40-FB4DB71E86EF}">
      <dgm:prSet/>
      <dgm:spPr/>
      <dgm:t>
        <a:bodyPr/>
        <a:lstStyle/>
        <a:p>
          <a:endParaRPr lang="en-US"/>
        </a:p>
      </dgm:t>
    </dgm:pt>
    <dgm:pt modelId="{07960BF8-8C86-4B15-98CD-CAB0B3112011}">
      <dgm:prSet/>
      <dgm:spPr/>
      <dgm:t>
        <a:bodyPr/>
        <a:lstStyle/>
        <a:p>
          <a:r>
            <a:rPr lang="en-US"/>
            <a:t>Web trafiğini yakalayıp analiz ederek güvenlik açıklarını tespit etmeye yardımcı olur. </a:t>
          </a:r>
        </a:p>
      </dgm:t>
    </dgm:pt>
    <dgm:pt modelId="{094DEF38-8D12-4C1F-9470-F4B772704C8D}" type="parTrans" cxnId="{52C68D14-3D94-4F31-A2DF-3F3C9CDE224B}">
      <dgm:prSet/>
      <dgm:spPr/>
      <dgm:t>
        <a:bodyPr/>
        <a:lstStyle/>
        <a:p>
          <a:endParaRPr lang="en-US"/>
        </a:p>
      </dgm:t>
    </dgm:pt>
    <dgm:pt modelId="{82FBC550-F46D-4B5C-B180-6AE118884973}" type="sibTrans" cxnId="{52C68D14-3D94-4F31-A2DF-3F3C9CDE224B}">
      <dgm:prSet/>
      <dgm:spPr/>
      <dgm:t>
        <a:bodyPr/>
        <a:lstStyle/>
        <a:p>
          <a:endParaRPr lang="en-US"/>
        </a:p>
      </dgm:t>
    </dgm:pt>
    <dgm:pt modelId="{995F4C66-A302-47F7-B2C5-FBB247A69E2A}">
      <dgm:prSet/>
      <dgm:spPr/>
      <dgm:t>
        <a:bodyPr/>
        <a:lstStyle/>
        <a:p>
          <a:r>
            <a:rPr lang="en-US"/>
            <a:t>Geliştiricilerin ve güvenlik uzmanlarının sıklıkla kullandığı bir araçtır.</a:t>
          </a:r>
        </a:p>
      </dgm:t>
    </dgm:pt>
    <dgm:pt modelId="{17B22E67-F92A-44DE-8268-F3BC4BA24B84}" type="parTrans" cxnId="{0D86F61A-FC67-4B82-81DE-4CE260077F34}">
      <dgm:prSet/>
      <dgm:spPr/>
      <dgm:t>
        <a:bodyPr/>
        <a:lstStyle/>
        <a:p>
          <a:endParaRPr lang="en-US"/>
        </a:p>
      </dgm:t>
    </dgm:pt>
    <dgm:pt modelId="{0E22C808-3928-435D-8537-DC2C35DC8F9B}" type="sibTrans" cxnId="{0D86F61A-FC67-4B82-81DE-4CE260077F34}">
      <dgm:prSet/>
      <dgm:spPr/>
      <dgm:t>
        <a:bodyPr/>
        <a:lstStyle/>
        <a:p>
          <a:endParaRPr lang="en-US"/>
        </a:p>
      </dgm:t>
    </dgm:pt>
    <dgm:pt modelId="{7B9EDDC2-0D5F-429E-81B0-0D14B64C2120}" type="pres">
      <dgm:prSet presAssocID="{6175EBB4-EE15-4F40-9305-944888A44FA6}" presName="vert0" presStyleCnt="0">
        <dgm:presLayoutVars>
          <dgm:dir/>
          <dgm:animOne val="branch"/>
          <dgm:animLvl val="lvl"/>
        </dgm:presLayoutVars>
      </dgm:prSet>
      <dgm:spPr/>
    </dgm:pt>
    <dgm:pt modelId="{1A379E3F-EC48-43D0-9156-5937F878F412}" type="pres">
      <dgm:prSet presAssocID="{F7DDAC92-9040-4D08-A0A5-92F59F768BE5}" presName="thickLine" presStyleLbl="alignNode1" presStyleIdx="0" presStyleCnt="3"/>
      <dgm:spPr/>
    </dgm:pt>
    <dgm:pt modelId="{AF09D5C2-D184-4FA4-B79B-FE939D349462}" type="pres">
      <dgm:prSet presAssocID="{F7DDAC92-9040-4D08-A0A5-92F59F768BE5}" presName="horz1" presStyleCnt="0"/>
      <dgm:spPr/>
    </dgm:pt>
    <dgm:pt modelId="{B2D7E215-3E35-4978-8B28-12B7F87246C3}" type="pres">
      <dgm:prSet presAssocID="{F7DDAC92-9040-4D08-A0A5-92F59F768BE5}" presName="tx1" presStyleLbl="revTx" presStyleIdx="0" presStyleCnt="3"/>
      <dgm:spPr/>
    </dgm:pt>
    <dgm:pt modelId="{24A074CB-2ECB-43A9-ADEF-C8A81BD06B50}" type="pres">
      <dgm:prSet presAssocID="{F7DDAC92-9040-4D08-A0A5-92F59F768BE5}" presName="vert1" presStyleCnt="0"/>
      <dgm:spPr/>
    </dgm:pt>
    <dgm:pt modelId="{73BEFF44-583F-4213-A1F8-C77BD079128C}" type="pres">
      <dgm:prSet presAssocID="{07960BF8-8C86-4B15-98CD-CAB0B3112011}" presName="thickLine" presStyleLbl="alignNode1" presStyleIdx="1" presStyleCnt="3"/>
      <dgm:spPr/>
    </dgm:pt>
    <dgm:pt modelId="{D9C7C5C3-DE6A-4DE3-947B-4B84193C0737}" type="pres">
      <dgm:prSet presAssocID="{07960BF8-8C86-4B15-98CD-CAB0B3112011}" presName="horz1" presStyleCnt="0"/>
      <dgm:spPr/>
    </dgm:pt>
    <dgm:pt modelId="{902A2A6B-7C62-4854-A579-2C686F0C4D95}" type="pres">
      <dgm:prSet presAssocID="{07960BF8-8C86-4B15-98CD-CAB0B3112011}" presName="tx1" presStyleLbl="revTx" presStyleIdx="1" presStyleCnt="3"/>
      <dgm:spPr/>
    </dgm:pt>
    <dgm:pt modelId="{9C6D1300-33B2-482D-90E7-5B259B65B8C9}" type="pres">
      <dgm:prSet presAssocID="{07960BF8-8C86-4B15-98CD-CAB0B3112011}" presName="vert1" presStyleCnt="0"/>
      <dgm:spPr/>
    </dgm:pt>
    <dgm:pt modelId="{F33300B5-2A85-4E91-B46A-6F3EE6F7288E}" type="pres">
      <dgm:prSet presAssocID="{995F4C66-A302-47F7-B2C5-FBB247A69E2A}" presName="thickLine" presStyleLbl="alignNode1" presStyleIdx="2" presStyleCnt="3"/>
      <dgm:spPr/>
    </dgm:pt>
    <dgm:pt modelId="{764DEAB5-5FA6-4146-8C06-F4F3A6E7D26E}" type="pres">
      <dgm:prSet presAssocID="{995F4C66-A302-47F7-B2C5-FBB247A69E2A}" presName="horz1" presStyleCnt="0"/>
      <dgm:spPr/>
    </dgm:pt>
    <dgm:pt modelId="{59E05A2C-1009-44E7-9F39-06DACB84965B}" type="pres">
      <dgm:prSet presAssocID="{995F4C66-A302-47F7-B2C5-FBB247A69E2A}" presName="tx1" presStyleLbl="revTx" presStyleIdx="2" presStyleCnt="3"/>
      <dgm:spPr/>
    </dgm:pt>
    <dgm:pt modelId="{43B94DB5-B482-4CBF-80BB-5AA8DCF603C7}" type="pres">
      <dgm:prSet presAssocID="{995F4C66-A302-47F7-B2C5-FBB247A69E2A}" presName="vert1" presStyleCnt="0"/>
      <dgm:spPr/>
    </dgm:pt>
  </dgm:ptLst>
  <dgm:cxnLst>
    <dgm:cxn modelId="{52C68D14-3D94-4F31-A2DF-3F3C9CDE224B}" srcId="{6175EBB4-EE15-4F40-9305-944888A44FA6}" destId="{07960BF8-8C86-4B15-98CD-CAB0B3112011}" srcOrd="1" destOrd="0" parTransId="{094DEF38-8D12-4C1F-9470-F4B772704C8D}" sibTransId="{82FBC550-F46D-4B5C-B180-6AE118884973}"/>
    <dgm:cxn modelId="{0D86F61A-FC67-4B82-81DE-4CE260077F34}" srcId="{6175EBB4-EE15-4F40-9305-944888A44FA6}" destId="{995F4C66-A302-47F7-B2C5-FBB247A69E2A}" srcOrd="2" destOrd="0" parTransId="{17B22E67-F92A-44DE-8268-F3BC4BA24B84}" sibTransId="{0E22C808-3928-435D-8537-DC2C35DC8F9B}"/>
    <dgm:cxn modelId="{5127DBA4-40E9-4CFE-99BD-41D96DA58667}" type="presOf" srcId="{07960BF8-8C86-4B15-98CD-CAB0B3112011}" destId="{902A2A6B-7C62-4854-A579-2C686F0C4D95}" srcOrd="0" destOrd="0" presId="urn:microsoft.com/office/officeart/2008/layout/LinedList"/>
    <dgm:cxn modelId="{A84AF8B8-3B65-469A-9F40-FB4DB71E86EF}" srcId="{6175EBB4-EE15-4F40-9305-944888A44FA6}" destId="{F7DDAC92-9040-4D08-A0A5-92F59F768BE5}" srcOrd="0" destOrd="0" parTransId="{2EA98D80-3768-4E9B-9212-B1E14C675FFB}" sibTransId="{AA47588C-B94B-4792-A0F2-D79AF4061520}"/>
    <dgm:cxn modelId="{FA1C11CD-5E16-4248-9FFD-E0CA9631AEBD}" type="presOf" srcId="{995F4C66-A302-47F7-B2C5-FBB247A69E2A}" destId="{59E05A2C-1009-44E7-9F39-06DACB84965B}" srcOrd="0" destOrd="0" presId="urn:microsoft.com/office/officeart/2008/layout/LinedList"/>
    <dgm:cxn modelId="{868DAAD3-2DF4-4E33-9608-CA80556DFE55}" type="presOf" srcId="{6175EBB4-EE15-4F40-9305-944888A44FA6}" destId="{7B9EDDC2-0D5F-429E-81B0-0D14B64C2120}" srcOrd="0" destOrd="0" presId="urn:microsoft.com/office/officeart/2008/layout/LinedList"/>
    <dgm:cxn modelId="{B424FDE9-A19C-4954-9353-CDA71BB6852B}" type="presOf" srcId="{F7DDAC92-9040-4D08-A0A5-92F59F768BE5}" destId="{B2D7E215-3E35-4978-8B28-12B7F87246C3}" srcOrd="0" destOrd="0" presId="urn:microsoft.com/office/officeart/2008/layout/LinedList"/>
    <dgm:cxn modelId="{6AF76392-BC08-4536-9085-672CA79F17C1}" type="presParOf" srcId="{7B9EDDC2-0D5F-429E-81B0-0D14B64C2120}" destId="{1A379E3F-EC48-43D0-9156-5937F878F412}" srcOrd="0" destOrd="0" presId="urn:microsoft.com/office/officeart/2008/layout/LinedList"/>
    <dgm:cxn modelId="{C93B83B9-EB88-4B35-9D5C-1E9A41A2B12E}" type="presParOf" srcId="{7B9EDDC2-0D5F-429E-81B0-0D14B64C2120}" destId="{AF09D5C2-D184-4FA4-B79B-FE939D349462}" srcOrd="1" destOrd="0" presId="urn:microsoft.com/office/officeart/2008/layout/LinedList"/>
    <dgm:cxn modelId="{99906DEE-884D-40D3-A334-F8AF2DFAA718}" type="presParOf" srcId="{AF09D5C2-D184-4FA4-B79B-FE939D349462}" destId="{B2D7E215-3E35-4978-8B28-12B7F87246C3}" srcOrd="0" destOrd="0" presId="urn:microsoft.com/office/officeart/2008/layout/LinedList"/>
    <dgm:cxn modelId="{42063147-DCB8-4593-B32C-7BFF2171B812}" type="presParOf" srcId="{AF09D5C2-D184-4FA4-B79B-FE939D349462}" destId="{24A074CB-2ECB-43A9-ADEF-C8A81BD06B50}" srcOrd="1" destOrd="0" presId="urn:microsoft.com/office/officeart/2008/layout/LinedList"/>
    <dgm:cxn modelId="{8740FDF9-11CE-4833-A3E6-0F69ED6DF6C8}" type="presParOf" srcId="{7B9EDDC2-0D5F-429E-81B0-0D14B64C2120}" destId="{73BEFF44-583F-4213-A1F8-C77BD079128C}" srcOrd="2" destOrd="0" presId="urn:microsoft.com/office/officeart/2008/layout/LinedList"/>
    <dgm:cxn modelId="{0D1DD31B-33AD-4A2D-A3B1-06D777707B60}" type="presParOf" srcId="{7B9EDDC2-0D5F-429E-81B0-0D14B64C2120}" destId="{D9C7C5C3-DE6A-4DE3-947B-4B84193C0737}" srcOrd="3" destOrd="0" presId="urn:microsoft.com/office/officeart/2008/layout/LinedList"/>
    <dgm:cxn modelId="{CA7B8BA6-D7DC-4F47-B901-4193F94AA227}" type="presParOf" srcId="{D9C7C5C3-DE6A-4DE3-947B-4B84193C0737}" destId="{902A2A6B-7C62-4854-A579-2C686F0C4D95}" srcOrd="0" destOrd="0" presId="urn:microsoft.com/office/officeart/2008/layout/LinedList"/>
    <dgm:cxn modelId="{CE0D4AC1-94D9-45DE-917B-84A48B076E11}" type="presParOf" srcId="{D9C7C5C3-DE6A-4DE3-947B-4B84193C0737}" destId="{9C6D1300-33B2-482D-90E7-5B259B65B8C9}" srcOrd="1" destOrd="0" presId="urn:microsoft.com/office/officeart/2008/layout/LinedList"/>
    <dgm:cxn modelId="{3A06B341-FFB6-4C45-BE37-4B9C1EE85C84}" type="presParOf" srcId="{7B9EDDC2-0D5F-429E-81B0-0D14B64C2120}" destId="{F33300B5-2A85-4E91-B46A-6F3EE6F7288E}" srcOrd="4" destOrd="0" presId="urn:microsoft.com/office/officeart/2008/layout/LinedList"/>
    <dgm:cxn modelId="{DB6F95A5-25F2-429F-B0E6-4DE6DD550393}" type="presParOf" srcId="{7B9EDDC2-0D5F-429E-81B0-0D14B64C2120}" destId="{764DEAB5-5FA6-4146-8C06-F4F3A6E7D26E}" srcOrd="5" destOrd="0" presId="urn:microsoft.com/office/officeart/2008/layout/LinedList"/>
    <dgm:cxn modelId="{64B14B36-F7A5-4A08-9364-8FA3FFE72D61}" type="presParOf" srcId="{764DEAB5-5FA6-4146-8C06-F4F3A6E7D26E}" destId="{59E05A2C-1009-44E7-9F39-06DACB84965B}" srcOrd="0" destOrd="0" presId="urn:microsoft.com/office/officeart/2008/layout/LinedList"/>
    <dgm:cxn modelId="{BA03D491-B231-4FD2-8CCD-6CA53D47132A}" type="presParOf" srcId="{764DEAB5-5FA6-4146-8C06-F4F3A6E7D26E}" destId="{43B94DB5-B482-4CBF-80BB-5AA8DCF603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AEEBC3-F4B0-4E2C-BC6E-5D26984C8AE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0A71A0-2138-4D08-B07C-C83738048EFF}">
      <dgm:prSet/>
      <dgm:spPr/>
      <dgm:t>
        <a:bodyPr/>
        <a:lstStyle/>
        <a:p>
          <a:r>
            <a:rPr lang="en-US"/>
            <a:t>Aircrack-ng, Wi-Fi ağlarının güvenliğini test etmek için kullanılan bir araçlar setidir. </a:t>
          </a:r>
        </a:p>
      </dgm:t>
    </dgm:pt>
    <dgm:pt modelId="{5DF30FA8-4B43-4334-857D-828A5C445B9B}" type="parTrans" cxnId="{06786907-779A-4D20-A620-91427DAAD629}">
      <dgm:prSet/>
      <dgm:spPr/>
      <dgm:t>
        <a:bodyPr/>
        <a:lstStyle/>
        <a:p>
          <a:endParaRPr lang="en-US"/>
        </a:p>
      </dgm:t>
    </dgm:pt>
    <dgm:pt modelId="{C7DD1B9C-06E5-4A68-81DF-701CD321173F}" type="sibTrans" cxnId="{06786907-779A-4D20-A620-91427DAAD629}">
      <dgm:prSet/>
      <dgm:spPr/>
      <dgm:t>
        <a:bodyPr/>
        <a:lstStyle/>
        <a:p>
          <a:endParaRPr lang="en-US"/>
        </a:p>
      </dgm:t>
    </dgm:pt>
    <dgm:pt modelId="{C4DC37F9-B091-4B33-ACB8-7BE6BF194016}">
      <dgm:prSet/>
      <dgm:spPr/>
      <dgm:t>
        <a:bodyPr/>
        <a:lstStyle/>
        <a:p>
          <a:r>
            <a:rPr lang="en-US"/>
            <a:t>WEP ve WPA/WPA2 şifrelerini kırmak için kullanılır. </a:t>
          </a:r>
        </a:p>
      </dgm:t>
    </dgm:pt>
    <dgm:pt modelId="{3A1E64DF-8DF1-44E1-83CD-745FAEC0D683}" type="parTrans" cxnId="{DE590E1B-BBB8-4C8C-858C-CD54F41BCF76}">
      <dgm:prSet/>
      <dgm:spPr/>
      <dgm:t>
        <a:bodyPr/>
        <a:lstStyle/>
        <a:p>
          <a:endParaRPr lang="en-US"/>
        </a:p>
      </dgm:t>
    </dgm:pt>
    <dgm:pt modelId="{04FD7BBA-32CF-436C-B14D-28A8C5AF64CB}" type="sibTrans" cxnId="{DE590E1B-BBB8-4C8C-858C-CD54F41BCF76}">
      <dgm:prSet/>
      <dgm:spPr/>
      <dgm:t>
        <a:bodyPr/>
        <a:lstStyle/>
        <a:p>
          <a:endParaRPr lang="en-US"/>
        </a:p>
      </dgm:t>
    </dgm:pt>
    <dgm:pt modelId="{E785BCAC-070B-4872-80A8-716A700F536A}">
      <dgm:prSet/>
      <dgm:spPr/>
      <dgm:t>
        <a:bodyPr/>
        <a:lstStyle/>
        <a:p>
          <a:r>
            <a:rPr lang="en-US"/>
            <a:t>Paket yakalama ve analiz ile birlikte çalışarak, ağın güvenlik seviyesini değerlendirir.</a:t>
          </a:r>
        </a:p>
      </dgm:t>
    </dgm:pt>
    <dgm:pt modelId="{4DBE9C25-92E4-4F20-ACD0-F899226C41A2}" type="parTrans" cxnId="{8B2E41C2-A331-486C-A482-BBDD998D616B}">
      <dgm:prSet/>
      <dgm:spPr/>
      <dgm:t>
        <a:bodyPr/>
        <a:lstStyle/>
        <a:p>
          <a:endParaRPr lang="en-US"/>
        </a:p>
      </dgm:t>
    </dgm:pt>
    <dgm:pt modelId="{E8A3109E-B30B-49FB-9AE3-01F62FE671E5}" type="sibTrans" cxnId="{8B2E41C2-A331-486C-A482-BBDD998D616B}">
      <dgm:prSet/>
      <dgm:spPr/>
      <dgm:t>
        <a:bodyPr/>
        <a:lstStyle/>
        <a:p>
          <a:endParaRPr lang="en-US"/>
        </a:p>
      </dgm:t>
    </dgm:pt>
    <dgm:pt modelId="{57493FF6-7F53-4838-9078-E26DCA54CC69}" type="pres">
      <dgm:prSet presAssocID="{FFAEEBC3-F4B0-4E2C-BC6E-5D26984C8AE0}" presName="linear" presStyleCnt="0">
        <dgm:presLayoutVars>
          <dgm:animLvl val="lvl"/>
          <dgm:resizeHandles val="exact"/>
        </dgm:presLayoutVars>
      </dgm:prSet>
      <dgm:spPr/>
    </dgm:pt>
    <dgm:pt modelId="{B67E7C1C-559F-4AB5-8589-5309F1E0F6CA}" type="pres">
      <dgm:prSet presAssocID="{5F0A71A0-2138-4D08-B07C-C83738048E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9F0D6B-71E0-4D25-8146-9D23968BE16A}" type="pres">
      <dgm:prSet presAssocID="{C7DD1B9C-06E5-4A68-81DF-701CD321173F}" presName="spacer" presStyleCnt="0"/>
      <dgm:spPr/>
    </dgm:pt>
    <dgm:pt modelId="{4611B88D-B24C-4C71-B719-AE26D1348320}" type="pres">
      <dgm:prSet presAssocID="{C4DC37F9-B091-4B33-ACB8-7BE6BF1940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686B74-4616-4B2C-8EA8-DC60F601ADAC}" type="pres">
      <dgm:prSet presAssocID="{04FD7BBA-32CF-436C-B14D-28A8C5AF64CB}" presName="spacer" presStyleCnt="0"/>
      <dgm:spPr/>
    </dgm:pt>
    <dgm:pt modelId="{3509ACCD-177B-403B-B9B4-D1C2752409C6}" type="pres">
      <dgm:prSet presAssocID="{E785BCAC-070B-4872-80A8-716A700F536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6786907-779A-4D20-A620-91427DAAD629}" srcId="{FFAEEBC3-F4B0-4E2C-BC6E-5D26984C8AE0}" destId="{5F0A71A0-2138-4D08-B07C-C83738048EFF}" srcOrd="0" destOrd="0" parTransId="{5DF30FA8-4B43-4334-857D-828A5C445B9B}" sibTransId="{C7DD1B9C-06E5-4A68-81DF-701CD321173F}"/>
    <dgm:cxn modelId="{8541010D-1CEA-40EE-8B62-180B6BC905DE}" type="presOf" srcId="{E785BCAC-070B-4872-80A8-716A700F536A}" destId="{3509ACCD-177B-403B-B9B4-D1C2752409C6}" srcOrd="0" destOrd="0" presId="urn:microsoft.com/office/officeart/2005/8/layout/vList2"/>
    <dgm:cxn modelId="{DE590E1B-BBB8-4C8C-858C-CD54F41BCF76}" srcId="{FFAEEBC3-F4B0-4E2C-BC6E-5D26984C8AE0}" destId="{C4DC37F9-B091-4B33-ACB8-7BE6BF194016}" srcOrd="1" destOrd="0" parTransId="{3A1E64DF-8DF1-44E1-83CD-745FAEC0D683}" sibTransId="{04FD7BBA-32CF-436C-B14D-28A8C5AF64CB}"/>
    <dgm:cxn modelId="{DA7EE166-2CFD-4A7A-86DC-8118DE3B639F}" type="presOf" srcId="{5F0A71A0-2138-4D08-B07C-C83738048EFF}" destId="{B67E7C1C-559F-4AB5-8589-5309F1E0F6CA}" srcOrd="0" destOrd="0" presId="urn:microsoft.com/office/officeart/2005/8/layout/vList2"/>
    <dgm:cxn modelId="{2C6DD0A0-69E3-4981-9A33-B5728E361407}" type="presOf" srcId="{C4DC37F9-B091-4B33-ACB8-7BE6BF194016}" destId="{4611B88D-B24C-4C71-B719-AE26D1348320}" srcOrd="0" destOrd="0" presId="urn:microsoft.com/office/officeart/2005/8/layout/vList2"/>
    <dgm:cxn modelId="{8B2E41C2-A331-486C-A482-BBDD998D616B}" srcId="{FFAEEBC3-F4B0-4E2C-BC6E-5D26984C8AE0}" destId="{E785BCAC-070B-4872-80A8-716A700F536A}" srcOrd="2" destOrd="0" parTransId="{4DBE9C25-92E4-4F20-ACD0-F899226C41A2}" sibTransId="{E8A3109E-B30B-49FB-9AE3-01F62FE671E5}"/>
    <dgm:cxn modelId="{BBFCCCD6-681C-4786-82B2-346A9B6262A3}" type="presOf" srcId="{FFAEEBC3-F4B0-4E2C-BC6E-5D26984C8AE0}" destId="{57493FF6-7F53-4838-9078-E26DCA54CC69}" srcOrd="0" destOrd="0" presId="urn:microsoft.com/office/officeart/2005/8/layout/vList2"/>
    <dgm:cxn modelId="{4A57DFC3-5B18-4974-A4EC-81D961425412}" type="presParOf" srcId="{57493FF6-7F53-4838-9078-E26DCA54CC69}" destId="{B67E7C1C-559F-4AB5-8589-5309F1E0F6CA}" srcOrd="0" destOrd="0" presId="urn:microsoft.com/office/officeart/2005/8/layout/vList2"/>
    <dgm:cxn modelId="{825F8765-C056-4501-8899-83CEAABBC8E9}" type="presParOf" srcId="{57493FF6-7F53-4838-9078-E26DCA54CC69}" destId="{F09F0D6B-71E0-4D25-8146-9D23968BE16A}" srcOrd="1" destOrd="0" presId="urn:microsoft.com/office/officeart/2005/8/layout/vList2"/>
    <dgm:cxn modelId="{14BF7B16-0B04-4B7E-B41C-00EF5DE34C3F}" type="presParOf" srcId="{57493FF6-7F53-4838-9078-E26DCA54CC69}" destId="{4611B88D-B24C-4C71-B719-AE26D1348320}" srcOrd="2" destOrd="0" presId="urn:microsoft.com/office/officeart/2005/8/layout/vList2"/>
    <dgm:cxn modelId="{13E3558A-28D8-41F4-9787-2C398016D4C0}" type="presParOf" srcId="{57493FF6-7F53-4838-9078-E26DCA54CC69}" destId="{31686B74-4616-4B2C-8EA8-DC60F601ADAC}" srcOrd="3" destOrd="0" presId="urn:microsoft.com/office/officeart/2005/8/layout/vList2"/>
    <dgm:cxn modelId="{AB825842-EAD5-46B5-BFD7-6D5328D9A27B}" type="presParOf" srcId="{57493FF6-7F53-4838-9078-E26DCA54CC69}" destId="{3509ACCD-177B-403B-B9B4-D1C2752409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C0A2E2-BDC2-44F4-B2E5-F600A64222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1463B8-2D11-4B98-8476-E6D21E238345}">
      <dgm:prSet/>
      <dgm:spPr/>
      <dgm:t>
        <a:bodyPr/>
        <a:lstStyle/>
        <a:p>
          <a:r>
            <a:rPr lang="en-US"/>
            <a:t>John the Ripper, hızlı ve verimli bir şifre kırma aracıdır. </a:t>
          </a:r>
        </a:p>
      </dgm:t>
    </dgm:pt>
    <dgm:pt modelId="{0790F2C8-3E2E-4661-A157-632D877CB397}" type="parTrans" cxnId="{B03D21DC-E87F-46BA-AF5A-2BC3654115E1}">
      <dgm:prSet/>
      <dgm:spPr/>
      <dgm:t>
        <a:bodyPr/>
        <a:lstStyle/>
        <a:p>
          <a:endParaRPr lang="en-US"/>
        </a:p>
      </dgm:t>
    </dgm:pt>
    <dgm:pt modelId="{6797AF51-DFEA-4DC8-AAAA-3DFC6AA01514}" type="sibTrans" cxnId="{B03D21DC-E87F-46BA-AF5A-2BC3654115E1}">
      <dgm:prSet/>
      <dgm:spPr/>
      <dgm:t>
        <a:bodyPr/>
        <a:lstStyle/>
        <a:p>
          <a:endParaRPr lang="en-US"/>
        </a:p>
      </dgm:t>
    </dgm:pt>
    <dgm:pt modelId="{60EBDD45-038D-4676-B142-CDE8DFE277BB}">
      <dgm:prSet/>
      <dgm:spPr/>
      <dgm:t>
        <a:bodyPr/>
        <a:lstStyle/>
        <a:p>
          <a:r>
            <a:rPr lang="en-US"/>
            <a:t>Çeşitli şifreleme formatlarını destekleyerek, zayıf şifreleri tespit eder. </a:t>
          </a:r>
        </a:p>
      </dgm:t>
    </dgm:pt>
    <dgm:pt modelId="{E8909C69-CC44-495A-BE19-57EC55E0C9F9}" type="parTrans" cxnId="{BE72B594-DADB-4A70-B237-E5E3B0C461D7}">
      <dgm:prSet/>
      <dgm:spPr/>
      <dgm:t>
        <a:bodyPr/>
        <a:lstStyle/>
        <a:p>
          <a:endParaRPr lang="en-US"/>
        </a:p>
      </dgm:t>
    </dgm:pt>
    <dgm:pt modelId="{96666849-42FF-4A90-958E-7FD658D5D2C5}" type="sibTrans" cxnId="{BE72B594-DADB-4A70-B237-E5E3B0C461D7}">
      <dgm:prSet/>
      <dgm:spPr/>
      <dgm:t>
        <a:bodyPr/>
        <a:lstStyle/>
        <a:p>
          <a:endParaRPr lang="en-US"/>
        </a:p>
      </dgm:t>
    </dgm:pt>
    <dgm:pt modelId="{5BD29887-9D1E-4E66-9410-4304C76C2F16}">
      <dgm:prSet/>
      <dgm:spPr/>
      <dgm:t>
        <a:bodyPr/>
        <a:lstStyle/>
        <a:p>
          <a:r>
            <a:rPr lang="en-US"/>
            <a:t>Hackerlar tarafından yaygın olarak kullanılır.</a:t>
          </a:r>
        </a:p>
      </dgm:t>
    </dgm:pt>
    <dgm:pt modelId="{AB4357A5-9A28-4659-A634-F7E5EEE2DE85}" type="parTrans" cxnId="{240EB6B4-CEFC-4DC2-BDAC-6FDE89D7FC96}">
      <dgm:prSet/>
      <dgm:spPr/>
      <dgm:t>
        <a:bodyPr/>
        <a:lstStyle/>
        <a:p>
          <a:endParaRPr lang="en-US"/>
        </a:p>
      </dgm:t>
    </dgm:pt>
    <dgm:pt modelId="{63B3D15C-2E31-43A8-BC9B-221A5FA35060}" type="sibTrans" cxnId="{240EB6B4-CEFC-4DC2-BDAC-6FDE89D7FC96}">
      <dgm:prSet/>
      <dgm:spPr/>
      <dgm:t>
        <a:bodyPr/>
        <a:lstStyle/>
        <a:p>
          <a:endParaRPr lang="en-US"/>
        </a:p>
      </dgm:t>
    </dgm:pt>
    <dgm:pt modelId="{BA755C2A-542D-4A5B-AB1C-CD53D0302452}" type="pres">
      <dgm:prSet presAssocID="{B2C0A2E2-BDC2-44F4-B2E5-F600A6422229}" presName="linear" presStyleCnt="0">
        <dgm:presLayoutVars>
          <dgm:animLvl val="lvl"/>
          <dgm:resizeHandles val="exact"/>
        </dgm:presLayoutVars>
      </dgm:prSet>
      <dgm:spPr/>
    </dgm:pt>
    <dgm:pt modelId="{426D4441-675A-4D96-97C8-7B937006C5E6}" type="pres">
      <dgm:prSet presAssocID="{051463B8-2D11-4B98-8476-E6D21E2383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116487-7FD4-41F8-98F4-A011EDE99E90}" type="pres">
      <dgm:prSet presAssocID="{6797AF51-DFEA-4DC8-AAAA-3DFC6AA01514}" presName="spacer" presStyleCnt="0"/>
      <dgm:spPr/>
    </dgm:pt>
    <dgm:pt modelId="{904857A3-4E37-4656-B51B-4C24E407D33A}" type="pres">
      <dgm:prSet presAssocID="{60EBDD45-038D-4676-B142-CDE8DFE277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9C74F99-4A26-40AE-BDC3-F19AE9856787}" type="pres">
      <dgm:prSet presAssocID="{96666849-42FF-4A90-958E-7FD658D5D2C5}" presName="spacer" presStyleCnt="0"/>
      <dgm:spPr/>
    </dgm:pt>
    <dgm:pt modelId="{C22BFE96-E5BB-4623-A27B-4E32957ED600}" type="pres">
      <dgm:prSet presAssocID="{5BD29887-9D1E-4E66-9410-4304C76C2F1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8771F22-F547-4285-B1D5-BD0AAC20F464}" type="presOf" srcId="{B2C0A2E2-BDC2-44F4-B2E5-F600A6422229}" destId="{BA755C2A-542D-4A5B-AB1C-CD53D0302452}" srcOrd="0" destOrd="0" presId="urn:microsoft.com/office/officeart/2005/8/layout/vList2"/>
    <dgm:cxn modelId="{20EC7369-354E-4B3B-A1D3-BDED4D52BA06}" type="presOf" srcId="{60EBDD45-038D-4676-B142-CDE8DFE277BB}" destId="{904857A3-4E37-4656-B51B-4C24E407D33A}" srcOrd="0" destOrd="0" presId="urn:microsoft.com/office/officeart/2005/8/layout/vList2"/>
    <dgm:cxn modelId="{BE72B594-DADB-4A70-B237-E5E3B0C461D7}" srcId="{B2C0A2E2-BDC2-44F4-B2E5-F600A6422229}" destId="{60EBDD45-038D-4676-B142-CDE8DFE277BB}" srcOrd="1" destOrd="0" parTransId="{E8909C69-CC44-495A-BE19-57EC55E0C9F9}" sibTransId="{96666849-42FF-4A90-958E-7FD658D5D2C5}"/>
    <dgm:cxn modelId="{EA1382A7-0FA9-4DC4-8498-D31EA06ED8E7}" type="presOf" srcId="{051463B8-2D11-4B98-8476-E6D21E238345}" destId="{426D4441-675A-4D96-97C8-7B937006C5E6}" srcOrd="0" destOrd="0" presId="urn:microsoft.com/office/officeart/2005/8/layout/vList2"/>
    <dgm:cxn modelId="{240EB6B4-CEFC-4DC2-BDAC-6FDE89D7FC96}" srcId="{B2C0A2E2-BDC2-44F4-B2E5-F600A6422229}" destId="{5BD29887-9D1E-4E66-9410-4304C76C2F16}" srcOrd="2" destOrd="0" parTransId="{AB4357A5-9A28-4659-A634-F7E5EEE2DE85}" sibTransId="{63B3D15C-2E31-43A8-BC9B-221A5FA35060}"/>
    <dgm:cxn modelId="{45D041D5-7DB0-4DEB-8199-78841ACA7600}" type="presOf" srcId="{5BD29887-9D1E-4E66-9410-4304C76C2F16}" destId="{C22BFE96-E5BB-4623-A27B-4E32957ED600}" srcOrd="0" destOrd="0" presId="urn:microsoft.com/office/officeart/2005/8/layout/vList2"/>
    <dgm:cxn modelId="{B03D21DC-E87F-46BA-AF5A-2BC3654115E1}" srcId="{B2C0A2E2-BDC2-44F4-B2E5-F600A6422229}" destId="{051463B8-2D11-4B98-8476-E6D21E238345}" srcOrd="0" destOrd="0" parTransId="{0790F2C8-3E2E-4661-A157-632D877CB397}" sibTransId="{6797AF51-DFEA-4DC8-AAAA-3DFC6AA01514}"/>
    <dgm:cxn modelId="{704550A7-7F8F-4B42-AA3C-C1A41280AC8E}" type="presParOf" srcId="{BA755C2A-542D-4A5B-AB1C-CD53D0302452}" destId="{426D4441-675A-4D96-97C8-7B937006C5E6}" srcOrd="0" destOrd="0" presId="urn:microsoft.com/office/officeart/2005/8/layout/vList2"/>
    <dgm:cxn modelId="{83845799-5FD7-4362-8C70-FE383585EF26}" type="presParOf" srcId="{BA755C2A-542D-4A5B-AB1C-CD53D0302452}" destId="{0E116487-7FD4-41F8-98F4-A011EDE99E90}" srcOrd="1" destOrd="0" presId="urn:microsoft.com/office/officeart/2005/8/layout/vList2"/>
    <dgm:cxn modelId="{2A4E7F60-8573-4C49-A9E7-B5A1AC81E943}" type="presParOf" srcId="{BA755C2A-542D-4A5B-AB1C-CD53D0302452}" destId="{904857A3-4E37-4656-B51B-4C24E407D33A}" srcOrd="2" destOrd="0" presId="urn:microsoft.com/office/officeart/2005/8/layout/vList2"/>
    <dgm:cxn modelId="{F616568B-F658-4961-890A-ED2A61132ED4}" type="presParOf" srcId="{BA755C2A-542D-4A5B-AB1C-CD53D0302452}" destId="{79C74F99-4A26-40AE-BDC3-F19AE9856787}" srcOrd="3" destOrd="0" presId="urn:microsoft.com/office/officeart/2005/8/layout/vList2"/>
    <dgm:cxn modelId="{427D079C-D90F-439A-B011-FB2FFAF349DF}" type="presParOf" srcId="{BA755C2A-542D-4A5B-AB1C-CD53D0302452}" destId="{C22BFE96-E5BB-4623-A27B-4E32957ED60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6B5272-F155-4C09-83A4-7A7AE124EDE8}" type="doc">
      <dgm:prSet loTypeId="urn:microsoft.com/office/officeart/2005/8/layout/process2" loCatId="process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420F611-FB8E-46B7-B8A3-82A971AA58F8}">
      <dgm:prSet/>
      <dgm:spPr/>
      <dgm:t>
        <a:bodyPr/>
        <a:lstStyle/>
        <a:p>
          <a:r>
            <a:rPr lang="en-US"/>
            <a:t>SQLMap, SQL enjeksiyonu zayıflıklarını tespit etme ve istismar etme sürecini otomatikleştiren bir araçtır. </a:t>
          </a:r>
        </a:p>
      </dgm:t>
    </dgm:pt>
    <dgm:pt modelId="{B1E52EA9-D7D8-456F-BAF3-A09450F80DAF}" type="parTrans" cxnId="{824CC316-D50F-4BFC-8355-12D9DA8DEA5E}">
      <dgm:prSet/>
      <dgm:spPr/>
      <dgm:t>
        <a:bodyPr/>
        <a:lstStyle/>
        <a:p>
          <a:endParaRPr lang="en-US"/>
        </a:p>
      </dgm:t>
    </dgm:pt>
    <dgm:pt modelId="{41B390BD-9C20-4E5D-8E95-395081E1E12B}" type="sibTrans" cxnId="{824CC316-D50F-4BFC-8355-12D9DA8DEA5E}">
      <dgm:prSet/>
      <dgm:spPr/>
      <dgm:t>
        <a:bodyPr/>
        <a:lstStyle/>
        <a:p>
          <a:endParaRPr lang="en-US"/>
        </a:p>
      </dgm:t>
    </dgm:pt>
    <dgm:pt modelId="{3697F905-35E7-48CD-B05B-8217DF705647}">
      <dgm:prSet/>
      <dgm:spPr/>
      <dgm:t>
        <a:bodyPr/>
        <a:lstStyle/>
        <a:p>
          <a:r>
            <a:rPr lang="en-US"/>
            <a:t>Veritabanı güvenliği testleri için etkili bir çözüm sunar.</a:t>
          </a:r>
        </a:p>
      </dgm:t>
    </dgm:pt>
    <dgm:pt modelId="{941B005A-FF39-4CFA-AE7A-43B330A2FFAC}" type="parTrans" cxnId="{5D2B1636-7695-40C1-817C-1220D1D6EF45}">
      <dgm:prSet/>
      <dgm:spPr/>
      <dgm:t>
        <a:bodyPr/>
        <a:lstStyle/>
        <a:p>
          <a:endParaRPr lang="en-US"/>
        </a:p>
      </dgm:t>
    </dgm:pt>
    <dgm:pt modelId="{ADDABBD4-57C1-403F-8CBA-00803CE11BF5}" type="sibTrans" cxnId="{5D2B1636-7695-40C1-817C-1220D1D6EF45}">
      <dgm:prSet/>
      <dgm:spPr/>
      <dgm:t>
        <a:bodyPr/>
        <a:lstStyle/>
        <a:p>
          <a:endParaRPr lang="en-US"/>
        </a:p>
      </dgm:t>
    </dgm:pt>
    <dgm:pt modelId="{9DA89593-5A8E-4E35-97D4-5DCAD2772B0C}" type="pres">
      <dgm:prSet presAssocID="{2B6B5272-F155-4C09-83A4-7A7AE124EDE8}" presName="linearFlow" presStyleCnt="0">
        <dgm:presLayoutVars>
          <dgm:resizeHandles val="exact"/>
        </dgm:presLayoutVars>
      </dgm:prSet>
      <dgm:spPr/>
    </dgm:pt>
    <dgm:pt modelId="{756BE029-A9E4-4915-B3EB-2D8B45076661}" type="pres">
      <dgm:prSet presAssocID="{0420F611-FB8E-46B7-B8A3-82A971AA58F8}" presName="node" presStyleLbl="node1" presStyleIdx="0" presStyleCnt="2">
        <dgm:presLayoutVars>
          <dgm:bulletEnabled val="1"/>
        </dgm:presLayoutVars>
      </dgm:prSet>
      <dgm:spPr/>
    </dgm:pt>
    <dgm:pt modelId="{3D975726-2065-4095-AD49-3B4670CB163B}" type="pres">
      <dgm:prSet presAssocID="{41B390BD-9C20-4E5D-8E95-395081E1E12B}" presName="sibTrans" presStyleLbl="sibTrans2D1" presStyleIdx="0" presStyleCnt="1"/>
      <dgm:spPr/>
    </dgm:pt>
    <dgm:pt modelId="{B7A08C20-5916-4E4C-B47D-ACBFA9556B04}" type="pres">
      <dgm:prSet presAssocID="{41B390BD-9C20-4E5D-8E95-395081E1E12B}" presName="connectorText" presStyleLbl="sibTrans2D1" presStyleIdx="0" presStyleCnt="1"/>
      <dgm:spPr/>
    </dgm:pt>
    <dgm:pt modelId="{02564762-DF1B-402B-87FF-0D55803C35B7}" type="pres">
      <dgm:prSet presAssocID="{3697F905-35E7-48CD-B05B-8217DF705647}" presName="node" presStyleLbl="node1" presStyleIdx="1" presStyleCnt="2">
        <dgm:presLayoutVars>
          <dgm:bulletEnabled val="1"/>
        </dgm:presLayoutVars>
      </dgm:prSet>
      <dgm:spPr/>
    </dgm:pt>
  </dgm:ptLst>
  <dgm:cxnLst>
    <dgm:cxn modelId="{824CC316-D50F-4BFC-8355-12D9DA8DEA5E}" srcId="{2B6B5272-F155-4C09-83A4-7A7AE124EDE8}" destId="{0420F611-FB8E-46B7-B8A3-82A971AA58F8}" srcOrd="0" destOrd="0" parTransId="{B1E52EA9-D7D8-456F-BAF3-A09450F80DAF}" sibTransId="{41B390BD-9C20-4E5D-8E95-395081E1E12B}"/>
    <dgm:cxn modelId="{D1B3EC17-4747-4AA7-92C9-9195B348ED12}" type="presOf" srcId="{41B390BD-9C20-4E5D-8E95-395081E1E12B}" destId="{B7A08C20-5916-4E4C-B47D-ACBFA9556B04}" srcOrd="1" destOrd="0" presId="urn:microsoft.com/office/officeart/2005/8/layout/process2"/>
    <dgm:cxn modelId="{5D2B1636-7695-40C1-817C-1220D1D6EF45}" srcId="{2B6B5272-F155-4C09-83A4-7A7AE124EDE8}" destId="{3697F905-35E7-48CD-B05B-8217DF705647}" srcOrd="1" destOrd="0" parTransId="{941B005A-FF39-4CFA-AE7A-43B330A2FFAC}" sibTransId="{ADDABBD4-57C1-403F-8CBA-00803CE11BF5}"/>
    <dgm:cxn modelId="{5BDC4E53-77A0-4BDE-B020-AB3D2FD040F6}" type="presOf" srcId="{3697F905-35E7-48CD-B05B-8217DF705647}" destId="{02564762-DF1B-402B-87FF-0D55803C35B7}" srcOrd="0" destOrd="0" presId="urn:microsoft.com/office/officeart/2005/8/layout/process2"/>
    <dgm:cxn modelId="{95D718C8-82D6-4A2F-856D-D70A197B5832}" type="presOf" srcId="{2B6B5272-F155-4C09-83A4-7A7AE124EDE8}" destId="{9DA89593-5A8E-4E35-97D4-5DCAD2772B0C}" srcOrd="0" destOrd="0" presId="urn:microsoft.com/office/officeart/2005/8/layout/process2"/>
    <dgm:cxn modelId="{790629D5-BE05-4E48-ABDB-A3B857DEA160}" type="presOf" srcId="{0420F611-FB8E-46B7-B8A3-82A971AA58F8}" destId="{756BE029-A9E4-4915-B3EB-2D8B45076661}" srcOrd="0" destOrd="0" presId="urn:microsoft.com/office/officeart/2005/8/layout/process2"/>
    <dgm:cxn modelId="{2F1522EE-DED8-448E-9416-6AB79A7DD4B0}" type="presOf" srcId="{41B390BD-9C20-4E5D-8E95-395081E1E12B}" destId="{3D975726-2065-4095-AD49-3B4670CB163B}" srcOrd="0" destOrd="0" presId="urn:microsoft.com/office/officeart/2005/8/layout/process2"/>
    <dgm:cxn modelId="{7B79475E-7C39-44AD-90F9-DA91F96F7B89}" type="presParOf" srcId="{9DA89593-5A8E-4E35-97D4-5DCAD2772B0C}" destId="{756BE029-A9E4-4915-B3EB-2D8B45076661}" srcOrd="0" destOrd="0" presId="urn:microsoft.com/office/officeart/2005/8/layout/process2"/>
    <dgm:cxn modelId="{FDD04ADB-F3A5-4C2E-9A5A-A83085D15492}" type="presParOf" srcId="{9DA89593-5A8E-4E35-97D4-5DCAD2772B0C}" destId="{3D975726-2065-4095-AD49-3B4670CB163B}" srcOrd="1" destOrd="0" presId="urn:microsoft.com/office/officeart/2005/8/layout/process2"/>
    <dgm:cxn modelId="{211EE559-9B03-421A-BF5F-3C01D2E7CE6A}" type="presParOf" srcId="{3D975726-2065-4095-AD49-3B4670CB163B}" destId="{B7A08C20-5916-4E4C-B47D-ACBFA9556B04}" srcOrd="0" destOrd="0" presId="urn:microsoft.com/office/officeart/2005/8/layout/process2"/>
    <dgm:cxn modelId="{345CB054-70F3-421D-9F37-EAB618B500DF}" type="presParOf" srcId="{9DA89593-5A8E-4E35-97D4-5DCAD2772B0C}" destId="{02564762-DF1B-402B-87FF-0D55803C35B7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096F1B-8583-4CB6-A5C9-A735050D249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C49B21B-7A69-410C-9118-5AE9F7E90AA4}">
      <dgm:prSet/>
      <dgm:spPr/>
      <dgm:t>
        <a:bodyPr/>
        <a:lstStyle/>
        <a:p>
          <a:r>
            <a:rPr lang="en-US"/>
            <a:t>SET, sosyal mühendislik saldırılarını gerçekleştirmek için kullanılan bir çerçevedir. </a:t>
          </a:r>
        </a:p>
      </dgm:t>
    </dgm:pt>
    <dgm:pt modelId="{4FCB020B-86A4-4EEA-B35D-CAD0530FECBB}" type="parTrans" cxnId="{3FE774F5-4D53-4532-AFBF-6D61E8CD04ED}">
      <dgm:prSet/>
      <dgm:spPr/>
      <dgm:t>
        <a:bodyPr/>
        <a:lstStyle/>
        <a:p>
          <a:endParaRPr lang="en-US"/>
        </a:p>
      </dgm:t>
    </dgm:pt>
    <dgm:pt modelId="{C5E63730-B58F-41EA-88D0-DAECE2E14C97}" type="sibTrans" cxnId="{3FE774F5-4D53-4532-AFBF-6D61E8CD04ED}">
      <dgm:prSet/>
      <dgm:spPr/>
      <dgm:t>
        <a:bodyPr/>
        <a:lstStyle/>
        <a:p>
          <a:endParaRPr lang="en-US"/>
        </a:p>
      </dgm:t>
    </dgm:pt>
    <dgm:pt modelId="{A45673E3-D13D-43C2-B03C-32722862AA83}">
      <dgm:prSet/>
      <dgm:spPr/>
      <dgm:t>
        <a:bodyPr/>
        <a:lstStyle/>
        <a:p>
          <a:r>
            <a:rPr lang="en-US"/>
            <a:t>Kullanıcıları manipüle ederek bilgi çalmak veya zararlı yazılımları yaymak için çeşitli teknikler sunar.</a:t>
          </a:r>
        </a:p>
      </dgm:t>
    </dgm:pt>
    <dgm:pt modelId="{C2DEBB7A-19F9-4DE6-B3C8-630F60CD96E3}" type="parTrans" cxnId="{4BA77585-130B-4164-BB13-597AA5A85AFF}">
      <dgm:prSet/>
      <dgm:spPr/>
      <dgm:t>
        <a:bodyPr/>
        <a:lstStyle/>
        <a:p>
          <a:endParaRPr lang="en-US"/>
        </a:p>
      </dgm:t>
    </dgm:pt>
    <dgm:pt modelId="{6EECF152-C26A-4078-AC0E-C3A27B5AFDFC}" type="sibTrans" cxnId="{4BA77585-130B-4164-BB13-597AA5A85AFF}">
      <dgm:prSet/>
      <dgm:spPr/>
      <dgm:t>
        <a:bodyPr/>
        <a:lstStyle/>
        <a:p>
          <a:endParaRPr lang="en-US"/>
        </a:p>
      </dgm:t>
    </dgm:pt>
    <dgm:pt modelId="{60DF2128-D560-477C-A8B3-643C13DA8E1E}" type="pres">
      <dgm:prSet presAssocID="{E5096F1B-8583-4CB6-A5C9-A735050D2491}" presName="vert0" presStyleCnt="0">
        <dgm:presLayoutVars>
          <dgm:dir/>
          <dgm:animOne val="branch"/>
          <dgm:animLvl val="lvl"/>
        </dgm:presLayoutVars>
      </dgm:prSet>
      <dgm:spPr/>
    </dgm:pt>
    <dgm:pt modelId="{9B7CA8B7-C9DA-41BD-B859-773F69F3803B}" type="pres">
      <dgm:prSet presAssocID="{6C49B21B-7A69-410C-9118-5AE9F7E90AA4}" presName="thickLine" presStyleLbl="alignNode1" presStyleIdx="0" presStyleCnt="2"/>
      <dgm:spPr/>
    </dgm:pt>
    <dgm:pt modelId="{1DF8C485-5C87-475C-AB08-06E93A03DD62}" type="pres">
      <dgm:prSet presAssocID="{6C49B21B-7A69-410C-9118-5AE9F7E90AA4}" presName="horz1" presStyleCnt="0"/>
      <dgm:spPr/>
    </dgm:pt>
    <dgm:pt modelId="{DC256509-0AB9-4C9A-A649-4C450F1D906C}" type="pres">
      <dgm:prSet presAssocID="{6C49B21B-7A69-410C-9118-5AE9F7E90AA4}" presName="tx1" presStyleLbl="revTx" presStyleIdx="0" presStyleCnt="2"/>
      <dgm:spPr/>
    </dgm:pt>
    <dgm:pt modelId="{6F803509-0A6E-4ED3-A75C-989010179E10}" type="pres">
      <dgm:prSet presAssocID="{6C49B21B-7A69-410C-9118-5AE9F7E90AA4}" presName="vert1" presStyleCnt="0"/>
      <dgm:spPr/>
    </dgm:pt>
    <dgm:pt modelId="{1264EFD1-66CC-4551-8B81-209E42213861}" type="pres">
      <dgm:prSet presAssocID="{A45673E3-D13D-43C2-B03C-32722862AA83}" presName="thickLine" presStyleLbl="alignNode1" presStyleIdx="1" presStyleCnt="2"/>
      <dgm:spPr/>
    </dgm:pt>
    <dgm:pt modelId="{422E6B2A-AB8D-4442-8E79-52750216C9D9}" type="pres">
      <dgm:prSet presAssocID="{A45673E3-D13D-43C2-B03C-32722862AA83}" presName="horz1" presStyleCnt="0"/>
      <dgm:spPr/>
    </dgm:pt>
    <dgm:pt modelId="{48F11049-11A9-4DDC-8BA5-533DD13F3E3A}" type="pres">
      <dgm:prSet presAssocID="{A45673E3-D13D-43C2-B03C-32722862AA83}" presName="tx1" presStyleLbl="revTx" presStyleIdx="1" presStyleCnt="2"/>
      <dgm:spPr/>
    </dgm:pt>
    <dgm:pt modelId="{305F4037-76E6-4C90-BF09-359AE8A36AF1}" type="pres">
      <dgm:prSet presAssocID="{A45673E3-D13D-43C2-B03C-32722862AA83}" presName="vert1" presStyleCnt="0"/>
      <dgm:spPr/>
    </dgm:pt>
  </dgm:ptLst>
  <dgm:cxnLst>
    <dgm:cxn modelId="{D9E49548-30BF-44DC-B835-396AECFFB041}" type="presOf" srcId="{E5096F1B-8583-4CB6-A5C9-A735050D2491}" destId="{60DF2128-D560-477C-A8B3-643C13DA8E1E}" srcOrd="0" destOrd="0" presId="urn:microsoft.com/office/officeart/2008/layout/LinedList"/>
    <dgm:cxn modelId="{4BA77585-130B-4164-BB13-597AA5A85AFF}" srcId="{E5096F1B-8583-4CB6-A5C9-A735050D2491}" destId="{A45673E3-D13D-43C2-B03C-32722862AA83}" srcOrd="1" destOrd="0" parTransId="{C2DEBB7A-19F9-4DE6-B3C8-630F60CD96E3}" sibTransId="{6EECF152-C26A-4078-AC0E-C3A27B5AFDFC}"/>
    <dgm:cxn modelId="{787C9A99-A5C1-4511-A6D8-6B2D69A215D0}" type="presOf" srcId="{A45673E3-D13D-43C2-B03C-32722862AA83}" destId="{48F11049-11A9-4DDC-8BA5-533DD13F3E3A}" srcOrd="0" destOrd="0" presId="urn:microsoft.com/office/officeart/2008/layout/LinedList"/>
    <dgm:cxn modelId="{9E4BCFE1-68C9-4248-9EE5-BC7D4035DD1A}" type="presOf" srcId="{6C49B21B-7A69-410C-9118-5AE9F7E90AA4}" destId="{DC256509-0AB9-4C9A-A649-4C450F1D906C}" srcOrd="0" destOrd="0" presId="urn:microsoft.com/office/officeart/2008/layout/LinedList"/>
    <dgm:cxn modelId="{3FE774F5-4D53-4532-AFBF-6D61E8CD04ED}" srcId="{E5096F1B-8583-4CB6-A5C9-A735050D2491}" destId="{6C49B21B-7A69-410C-9118-5AE9F7E90AA4}" srcOrd="0" destOrd="0" parTransId="{4FCB020B-86A4-4EEA-B35D-CAD0530FECBB}" sibTransId="{C5E63730-B58F-41EA-88D0-DAECE2E14C97}"/>
    <dgm:cxn modelId="{891A0220-A26B-4EDF-A296-B738AD916F8D}" type="presParOf" srcId="{60DF2128-D560-477C-A8B3-643C13DA8E1E}" destId="{9B7CA8B7-C9DA-41BD-B859-773F69F3803B}" srcOrd="0" destOrd="0" presId="urn:microsoft.com/office/officeart/2008/layout/LinedList"/>
    <dgm:cxn modelId="{7C92EC71-FBA7-4AAF-99A3-607E5DE83A50}" type="presParOf" srcId="{60DF2128-D560-477C-A8B3-643C13DA8E1E}" destId="{1DF8C485-5C87-475C-AB08-06E93A03DD62}" srcOrd="1" destOrd="0" presId="urn:microsoft.com/office/officeart/2008/layout/LinedList"/>
    <dgm:cxn modelId="{69196B1A-17CD-4AEB-92B9-13DB97D3EDDA}" type="presParOf" srcId="{1DF8C485-5C87-475C-AB08-06E93A03DD62}" destId="{DC256509-0AB9-4C9A-A649-4C450F1D906C}" srcOrd="0" destOrd="0" presId="urn:microsoft.com/office/officeart/2008/layout/LinedList"/>
    <dgm:cxn modelId="{FE28C265-267E-4047-BC52-D5C4D5BD25A6}" type="presParOf" srcId="{1DF8C485-5C87-475C-AB08-06E93A03DD62}" destId="{6F803509-0A6E-4ED3-A75C-989010179E10}" srcOrd="1" destOrd="0" presId="urn:microsoft.com/office/officeart/2008/layout/LinedList"/>
    <dgm:cxn modelId="{A71037A0-1D94-4A44-9F14-E1A8AE483A79}" type="presParOf" srcId="{60DF2128-D560-477C-A8B3-643C13DA8E1E}" destId="{1264EFD1-66CC-4551-8B81-209E42213861}" srcOrd="2" destOrd="0" presId="urn:microsoft.com/office/officeart/2008/layout/LinedList"/>
    <dgm:cxn modelId="{0B03C132-FEBA-4524-83C9-675BBE6C6FA5}" type="presParOf" srcId="{60DF2128-D560-477C-A8B3-643C13DA8E1E}" destId="{422E6B2A-AB8D-4442-8E79-52750216C9D9}" srcOrd="3" destOrd="0" presId="urn:microsoft.com/office/officeart/2008/layout/LinedList"/>
    <dgm:cxn modelId="{67A9D01B-6B18-4C79-A4F5-68EFF8E24A7F}" type="presParOf" srcId="{422E6B2A-AB8D-4442-8E79-52750216C9D9}" destId="{48F11049-11A9-4DDC-8BA5-533DD13F3E3A}" srcOrd="0" destOrd="0" presId="urn:microsoft.com/office/officeart/2008/layout/LinedList"/>
    <dgm:cxn modelId="{B92F23D6-82B4-4698-A834-75FA68287F51}" type="presParOf" srcId="{422E6B2A-AB8D-4442-8E79-52750216C9D9}" destId="{305F4037-76E6-4C90-BF09-359AE8A36A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F8340B-5BA0-44A9-B9C9-7A441F5F0875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E7CE9A0-FB5E-40C7-BD07-56F7DCE9A0A6}">
      <dgm:prSet/>
      <dgm:spPr/>
      <dgm:t>
        <a:bodyPr/>
        <a:lstStyle/>
        <a:p>
          <a:r>
            <a:rPr lang="en-US"/>
            <a:t>Nikto, web sunucularındaki güvenlik açıklarını ve yanlış yapılandırmaları tespit eden bir tarayıcıdır. </a:t>
          </a:r>
        </a:p>
      </dgm:t>
    </dgm:pt>
    <dgm:pt modelId="{D296B26E-9271-4856-94A0-00708C55CD0D}" type="parTrans" cxnId="{EB2847A1-5613-440C-9ABF-56A1FA5532B1}">
      <dgm:prSet/>
      <dgm:spPr/>
      <dgm:t>
        <a:bodyPr/>
        <a:lstStyle/>
        <a:p>
          <a:endParaRPr lang="en-US"/>
        </a:p>
      </dgm:t>
    </dgm:pt>
    <dgm:pt modelId="{1BA4F442-F24E-4E2A-9C0A-F7257560D0BA}" type="sibTrans" cxnId="{EB2847A1-5613-440C-9ABF-56A1FA5532B1}">
      <dgm:prSet/>
      <dgm:spPr/>
      <dgm:t>
        <a:bodyPr/>
        <a:lstStyle/>
        <a:p>
          <a:endParaRPr lang="en-US"/>
        </a:p>
      </dgm:t>
    </dgm:pt>
    <dgm:pt modelId="{9AB61B57-0C50-4FF8-B3C5-EAD90CBEDB86}">
      <dgm:prSet/>
      <dgm:spPr/>
      <dgm:t>
        <a:bodyPr/>
        <a:lstStyle/>
        <a:p>
          <a:r>
            <a:rPr lang="en-US"/>
            <a:t>Güvenlik denetimlerinde sıkça kullanılır ve yaygın zafiyetleri kontrol eder.</a:t>
          </a:r>
        </a:p>
      </dgm:t>
    </dgm:pt>
    <dgm:pt modelId="{9E5C2BC0-0806-4D7E-B00B-377A2A2D1330}" type="parTrans" cxnId="{DB994BFC-02BE-4944-8DF4-C6CE670CD0CC}">
      <dgm:prSet/>
      <dgm:spPr/>
      <dgm:t>
        <a:bodyPr/>
        <a:lstStyle/>
        <a:p>
          <a:endParaRPr lang="en-US"/>
        </a:p>
      </dgm:t>
    </dgm:pt>
    <dgm:pt modelId="{DAB23745-BC50-4C34-BA70-1D8FEE6B4795}" type="sibTrans" cxnId="{DB994BFC-02BE-4944-8DF4-C6CE670CD0CC}">
      <dgm:prSet/>
      <dgm:spPr/>
      <dgm:t>
        <a:bodyPr/>
        <a:lstStyle/>
        <a:p>
          <a:endParaRPr lang="en-US"/>
        </a:p>
      </dgm:t>
    </dgm:pt>
    <dgm:pt modelId="{A3492C18-6C12-4DF8-A62D-F1DEB3BFD706}" type="pres">
      <dgm:prSet presAssocID="{5CF8340B-5BA0-44A9-B9C9-7A441F5F0875}" presName="diagram" presStyleCnt="0">
        <dgm:presLayoutVars>
          <dgm:dir/>
          <dgm:resizeHandles val="exact"/>
        </dgm:presLayoutVars>
      </dgm:prSet>
      <dgm:spPr/>
    </dgm:pt>
    <dgm:pt modelId="{B5B1A982-4C2F-4713-BAFD-E36DBA201BF8}" type="pres">
      <dgm:prSet presAssocID="{CE7CE9A0-FB5E-40C7-BD07-56F7DCE9A0A6}" presName="node" presStyleLbl="node1" presStyleIdx="0" presStyleCnt="2">
        <dgm:presLayoutVars>
          <dgm:bulletEnabled val="1"/>
        </dgm:presLayoutVars>
      </dgm:prSet>
      <dgm:spPr/>
    </dgm:pt>
    <dgm:pt modelId="{1470C3F4-42F0-4882-9B34-CC532F290EA9}" type="pres">
      <dgm:prSet presAssocID="{1BA4F442-F24E-4E2A-9C0A-F7257560D0BA}" presName="sibTrans" presStyleCnt="0"/>
      <dgm:spPr/>
    </dgm:pt>
    <dgm:pt modelId="{FAD98390-9D0F-46D7-B6BE-1000C550F4C9}" type="pres">
      <dgm:prSet presAssocID="{9AB61B57-0C50-4FF8-B3C5-EAD90CBEDB86}" presName="node" presStyleLbl="node1" presStyleIdx="1" presStyleCnt="2">
        <dgm:presLayoutVars>
          <dgm:bulletEnabled val="1"/>
        </dgm:presLayoutVars>
      </dgm:prSet>
      <dgm:spPr/>
    </dgm:pt>
  </dgm:ptLst>
  <dgm:cxnLst>
    <dgm:cxn modelId="{C70EF477-78FE-4DF0-8F75-08495ED66149}" type="presOf" srcId="{CE7CE9A0-FB5E-40C7-BD07-56F7DCE9A0A6}" destId="{B5B1A982-4C2F-4713-BAFD-E36DBA201BF8}" srcOrd="0" destOrd="0" presId="urn:microsoft.com/office/officeart/2005/8/layout/default"/>
    <dgm:cxn modelId="{1A5CBF79-3C06-4079-9CBE-6DE7FE9B9F08}" type="presOf" srcId="{9AB61B57-0C50-4FF8-B3C5-EAD90CBEDB86}" destId="{FAD98390-9D0F-46D7-B6BE-1000C550F4C9}" srcOrd="0" destOrd="0" presId="urn:microsoft.com/office/officeart/2005/8/layout/default"/>
    <dgm:cxn modelId="{FDD37382-D6F2-4018-9CB9-CDF2F714AB64}" type="presOf" srcId="{5CF8340B-5BA0-44A9-B9C9-7A441F5F0875}" destId="{A3492C18-6C12-4DF8-A62D-F1DEB3BFD706}" srcOrd="0" destOrd="0" presId="urn:microsoft.com/office/officeart/2005/8/layout/default"/>
    <dgm:cxn modelId="{EB2847A1-5613-440C-9ABF-56A1FA5532B1}" srcId="{5CF8340B-5BA0-44A9-B9C9-7A441F5F0875}" destId="{CE7CE9A0-FB5E-40C7-BD07-56F7DCE9A0A6}" srcOrd="0" destOrd="0" parTransId="{D296B26E-9271-4856-94A0-00708C55CD0D}" sibTransId="{1BA4F442-F24E-4E2A-9C0A-F7257560D0BA}"/>
    <dgm:cxn modelId="{DB994BFC-02BE-4944-8DF4-C6CE670CD0CC}" srcId="{5CF8340B-5BA0-44A9-B9C9-7A441F5F0875}" destId="{9AB61B57-0C50-4FF8-B3C5-EAD90CBEDB86}" srcOrd="1" destOrd="0" parTransId="{9E5C2BC0-0806-4D7E-B00B-377A2A2D1330}" sibTransId="{DAB23745-BC50-4C34-BA70-1D8FEE6B4795}"/>
    <dgm:cxn modelId="{15CD3801-8EEB-4629-ABE7-31C59B6095D8}" type="presParOf" srcId="{A3492C18-6C12-4DF8-A62D-F1DEB3BFD706}" destId="{B5B1A982-4C2F-4713-BAFD-E36DBA201BF8}" srcOrd="0" destOrd="0" presId="urn:microsoft.com/office/officeart/2005/8/layout/default"/>
    <dgm:cxn modelId="{0DA9841C-27E0-4101-9876-D20882D72E9E}" type="presParOf" srcId="{A3492C18-6C12-4DF8-A62D-F1DEB3BFD706}" destId="{1470C3F4-42F0-4882-9B34-CC532F290EA9}" srcOrd="1" destOrd="0" presId="urn:microsoft.com/office/officeart/2005/8/layout/default"/>
    <dgm:cxn modelId="{B1DD6597-CF7B-49AD-8F2F-E62542791F3E}" type="presParOf" srcId="{A3492C18-6C12-4DF8-A62D-F1DEB3BFD706}" destId="{FAD98390-9D0F-46D7-B6BE-1000C550F4C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82763FD-9901-40F7-9686-874DDAD358D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3E37FC3-CCA1-4DC1-A999-1CD2259E5962}">
      <dgm:prSet/>
      <dgm:spPr/>
      <dgm:t>
        <a:bodyPr/>
        <a:lstStyle/>
        <a:p>
          <a:r>
            <a:rPr lang="en-US"/>
            <a:t>Hydra, çok hızlı bir ağ giriş şifre kırıcıdır. </a:t>
          </a:r>
        </a:p>
      </dgm:t>
    </dgm:pt>
    <dgm:pt modelId="{6E04DDE0-2A13-4992-9A6C-4E2A4BEB67CF}" type="parTrans" cxnId="{6B08AB60-95D9-4CFB-A296-D2E84596B3FF}">
      <dgm:prSet/>
      <dgm:spPr/>
      <dgm:t>
        <a:bodyPr/>
        <a:lstStyle/>
        <a:p>
          <a:endParaRPr lang="en-US"/>
        </a:p>
      </dgm:t>
    </dgm:pt>
    <dgm:pt modelId="{835F3D38-0B34-4C92-8DAA-24F04792A531}" type="sibTrans" cxnId="{6B08AB60-95D9-4CFB-A296-D2E84596B3FF}">
      <dgm:prSet/>
      <dgm:spPr/>
      <dgm:t>
        <a:bodyPr/>
        <a:lstStyle/>
        <a:p>
          <a:endParaRPr lang="en-US"/>
        </a:p>
      </dgm:t>
    </dgm:pt>
    <dgm:pt modelId="{B849DED7-ABCC-4F7A-8933-70EB7C6D316B}">
      <dgm:prSet/>
      <dgm:spPr/>
      <dgm:t>
        <a:bodyPr/>
        <a:lstStyle/>
        <a:p>
          <a:r>
            <a:rPr lang="en-US"/>
            <a:t>Birçok farklı hizmet ve protokole saldırı gerçekleştirebilir. </a:t>
          </a:r>
        </a:p>
      </dgm:t>
    </dgm:pt>
    <dgm:pt modelId="{8DD860C8-5FE0-4CDE-923B-2E5B637F6F73}" type="parTrans" cxnId="{A90E27E2-18B3-4B65-99C8-0403725490E5}">
      <dgm:prSet/>
      <dgm:spPr/>
      <dgm:t>
        <a:bodyPr/>
        <a:lstStyle/>
        <a:p>
          <a:endParaRPr lang="en-US"/>
        </a:p>
      </dgm:t>
    </dgm:pt>
    <dgm:pt modelId="{4FC67B68-A60D-479C-B8C0-CEEB5CBC87B2}" type="sibTrans" cxnId="{A90E27E2-18B3-4B65-99C8-0403725490E5}">
      <dgm:prSet/>
      <dgm:spPr/>
      <dgm:t>
        <a:bodyPr/>
        <a:lstStyle/>
        <a:p>
          <a:endParaRPr lang="en-US"/>
        </a:p>
      </dgm:t>
    </dgm:pt>
    <dgm:pt modelId="{20B00985-DBD5-4DE5-8B66-B84521D2F775}">
      <dgm:prSet/>
      <dgm:spPr/>
      <dgm:t>
        <a:bodyPr/>
        <a:lstStyle/>
        <a:p>
          <a:r>
            <a:rPr lang="en-US"/>
            <a:t>Çok sayıda oturum açma bilgilerini deneme yeteneğine sahiptir.</a:t>
          </a:r>
        </a:p>
      </dgm:t>
    </dgm:pt>
    <dgm:pt modelId="{B7BA2408-8B45-471B-9EA4-99FBC90C9360}" type="parTrans" cxnId="{EB63A9C4-ABD5-401A-92AF-7F2390C0C70F}">
      <dgm:prSet/>
      <dgm:spPr/>
      <dgm:t>
        <a:bodyPr/>
        <a:lstStyle/>
        <a:p>
          <a:endParaRPr lang="en-US"/>
        </a:p>
      </dgm:t>
    </dgm:pt>
    <dgm:pt modelId="{1C684F4C-4CE9-4246-853C-2A78463B8CDC}" type="sibTrans" cxnId="{EB63A9C4-ABD5-401A-92AF-7F2390C0C70F}">
      <dgm:prSet/>
      <dgm:spPr/>
      <dgm:t>
        <a:bodyPr/>
        <a:lstStyle/>
        <a:p>
          <a:endParaRPr lang="en-US"/>
        </a:p>
      </dgm:t>
    </dgm:pt>
    <dgm:pt modelId="{4376F48D-AE4E-483B-A2CD-33DF21887BA0}" type="pres">
      <dgm:prSet presAssocID="{982763FD-9901-40F7-9686-874DDAD358DF}" presName="vert0" presStyleCnt="0">
        <dgm:presLayoutVars>
          <dgm:dir/>
          <dgm:animOne val="branch"/>
          <dgm:animLvl val="lvl"/>
        </dgm:presLayoutVars>
      </dgm:prSet>
      <dgm:spPr/>
    </dgm:pt>
    <dgm:pt modelId="{7104AF8E-057C-4BF2-9988-41B906FEB48F}" type="pres">
      <dgm:prSet presAssocID="{F3E37FC3-CCA1-4DC1-A999-1CD2259E5962}" presName="thickLine" presStyleLbl="alignNode1" presStyleIdx="0" presStyleCnt="3"/>
      <dgm:spPr/>
    </dgm:pt>
    <dgm:pt modelId="{43CD0096-ADFE-4DE5-82D8-B654CA821D61}" type="pres">
      <dgm:prSet presAssocID="{F3E37FC3-CCA1-4DC1-A999-1CD2259E5962}" presName="horz1" presStyleCnt="0"/>
      <dgm:spPr/>
    </dgm:pt>
    <dgm:pt modelId="{03093990-3C43-46C7-9C73-A13C07D2D52A}" type="pres">
      <dgm:prSet presAssocID="{F3E37FC3-CCA1-4DC1-A999-1CD2259E5962}" presName="tx1" presStyleLbl="revTx" presStyleIdx="0" presStyleCnt="3"/>
      <dgm:spPr/>
    </dgm:pt>
    <dgm:pt modelId="{938AE5AB-3C03-489E-A8A1-272F0A83E562}" type="pres">
      <dgm:prSet presAssocID="{F3E37FC3-CCA1-4DC1-A999-1CD2259E5962}" presName="vert1" presStyleCnt="0"/>
      <dgm:spPr/>
    </dgm:pt>
    <dgm:pt modelId="{3FFBA12D-0B26-4A03-9AA3-3224283ABB3B}" type="pres">
      <dgm:prSet presAssocID="{B849DED7-ABCC-4F7A-8933-70EB7C6D316B}" presName="thickLine" presStyleLbl="alignNode1" presStyleIdx="1" presStyleCnt="3"/>
      <dgm:spPr/>
    </dgm:pt>
    <dgm:pt modelId="{84C0A859-AB5B-4CDF-8AE2-A79A11EDAFDD}" type="pres">
      <dgm:prSet presAssocID="{B849DED7-ABCC-4F7A-8933-70EB7C6D316B}" presName="horz1" presStyleCnt="0"/>
      <dgm:spPr/>
    </dgm:pt>
    <dgm:pt modelId="{82F00BCC-CDA6-4445-8BA9-06FDDACC01B7}" type="pres">
      <dgm:prSet presAssocID="{B849DED7-ABCC-4F7A-8933-70EB7C6D316B}" presName="tx1" presStyleLbl="revTx" presStyleIdx="1" presStyleCnt="3"/>
      <dgm:spPr/>
    </dgm:pt>
    <dgm:pt modelId="{CC269951-5600-4513-A50F-907BF6E20969}" type="pres">
      <dgm:prSet presAssocID="{B849DED7-ABCC-4F7A-8933-70EB7C6D316B}" presName="vert1" presStyleCnt="0"/>
      <dgm:spPr/>
    </dgm:pt>
    <dgm:pt modelId="{81BAA64B-1FEC-4275-BD0C-E2AB3B73FE1F}" type="pres">
      <dgm:prSet presAssocID="{20B00985-DBD5-4DE5-8B66-B84521D2F775}" presName="thickLine" presStyleLbl="alignNode1" presStyleIdx="2" presStyleCnt="3"/>
      <dgm:spPr/>
    </dgm:pt>
    <dgm:pt modelId="{2186BF3A-B48F-4078-B25F-E44D85A96E1D}" type="pres">
      <dgm:prSet presAssocID="{20B00985-DBD5-4DE5-8B66-B84521D2F775}" presName="horz1" presStyleCnt="0"/>
      <dgm:spPr/>
    </dgm:pt>
    <dgm:pt modelId="{C3AEDFB7-7A35-47B1-8626-E7B178B52AE6}" type="pres">
      <dgm:prSet presAssocID="{20B00985-DBD5-4DE5-8B66-B84521D2F775}" presName="tx1" presStyleLbl="revTx" presStyleIdx="2" presStyleCnt="3"/>
      <dgm:spPr/>
    </dgm:pt>
    <dgm:pt modelId="{EB40397B-EBA4-41F0-ACF8-7BCD5BC563FB}" type="pres">
      <dgm:prSet presAssocID="{20B00985-DBD5-4DE5-8B66-B84521D2F775}" presName="vert1" presStyleCnt="0"/>
      <dgm:spPr/>
    </dgm:pt>
  </dgm:ptLst>
  <dgm:cxnLst>
    <dgm:cxn modelId="{8445F60C-5CA9-410A-B39A-781ED19D7E2A}" type="presOf" srcId="{B849DED7-ABCC-4F7A-8933-70EB7C6D316B}" destId="{82F00BCC-CDA6-4445-8BA9-06FDDACC01B7}" srcOrd="0" destOrd="0" presId="urn:microsoft.com/office/officeart/2008/layout/LinedList"/>
    <dgm:cxn modelId="{0166E514-E76F-48DE-B6AE-269EE73475F7}" type="presOf" srcId="{20B00985-DBD5-4DE5-8B66-B84521D2F775}" destId="{C3AEDFB7-7A35-47B1-8626-E7B178B52AE6}" srcOrd="0" destOrd="0" presId="urn:microsoft.com/office/officeart/2008/layout/LinedList"/>
    <dgm:cxn modelId="{DCDF3E3D-E90F-4058-891D-A300A23064EA}" type="presOf" srcId="{982763FD-9901-40F7-9686-874DDAD358DF}" destId="{4376F48D-AE4E-483B-A2CD-33DF21887BA0}" srcOrd="0" destOrd="0" presId="urn:microsoft.com/office/officeart/2008/layout/LinedList"/>
    <dgm:cxn modelId="{6B08AB60-95D9-4CFB-A296-D2E84596B3FF}" srcId="{982763FD-9901-40F7-9686-874DDAD358DF}" destId="{F3E37FC3-CCA1-4DC1-A999-1CD2259E5962}" srcOrd="0" destOrd="0" parTransId="{6E04DDE0-2A13-4992-9A6C-4E2A4BEB67CF}" sibTransId="{835F3D38-0B34-4C92-8DAA-24F04792A531}"/>
    <dgm:cxn modelId="{538B3FB1-9300-4675-8B65-64DCE177E447}" type="presOf" srcId="{F3E37FC3-CCA1-4DC1-A999-1CD2259E5962}" destId="{03093990-3C43-46C7-9C73-A13C07D2D52A}" srcOrd="0" destOrd="0" presId="urn:microsoft.com/office/officeart/2008/layout/LinedList"/>
    <dgm:cxn modelId="{EB63A9C4-ABD5-401A-92AF-7F2390C0C70F}" srcId="{982763FD-9901-40F7-9686-874DDAD358DF}" destId="{20B00985-DBD5-4DE5-8B66-B84521D2F775}" srcOrd="2" destOrd="0" parTransId="{B7BA2408-8B45-471B-9EA4-99FBC90C9360}" sibTransId="{1C684F4C-4CE9-4246-853C-2A78463B8CDC}"/>
    <dgm:cxn modelId="{A90E27E2-18B3-4B65-99C8-0403725490E5}" srcId="{982763FD-9901-40F7-9686-874DDAD358DF}" destId="{B849DED7-ABCC-4F7A-8933-70EB7C6D316B}" srcOrd="1" destOrd="0" parTransId="{8DD860C8-5FE0-4CDE-923B-2E5B637F6F73}" sibTransId="{4FC67B68-A60D-479C-B8C0-CEEB5CBC87B2}"/>
    <dgm:cxn modelId="{FC836273-24E5-4DA1-B8F3-F33A19B1B911}" type="presParOf" srcId="{4376F48D-AE4E-483B-A2CD-33DF21887BA0}" destId="{7104AF8E-057C-4BF2-9988-41B906FEB48F}" srcOrd="0" destOrd="0" presId="urn:microsoft.com/office/officeart/2008/layout/LinedList"/>
    <dgm:cxn modelId="{7F2EB3D6-DF41-41B3-9071-B4951797012A}" type="presParOf" srcId="{4376F48D-AE4E-483B-A2CD-33DF21887BA0}" destId="{43CD0096-ADFE-4DE5-82D8-B654CA821D61}" srcOrd="1" destOrd="0" presId="urn:microsoft.com/office/officeart/2008/layout/LinedList"/>
    <dgm:cxn modelId="{3431C047-020D-48AA-899E-9FB98B8FFB38}" type="presParOf" srcId="{43CD0096-ADFE-4DE5-82D8-B654CA821D61}" destId="{03093990-3C43-46C7-9C73-A13C07D2D52A}" srcOrd="0" destOrd="0" presId="urn:microsoft.com/office/officeart/2008/layout/LinedList"/>
    <dgm:cxn modelId="{4811B40F-D178-4532-BF69-2FBE4CB9C918}" type="presParOf" srcId="{43CD0096-ADFE-4DE5-82D8-B654CA821D61}" destId="{938AE5AB-3C03-489E-A8A1-272F0A83E562}" srcOrd="1" destOrd="0" presId="urn:microsoft.com/office/officeart/2008/layout/LinedList"/>
    <dgm:cxn modelId="{44AAAE16-5BB2-49C5-95AD-822BAAAA51B9}" type="presParOf" srcId="{4376F48D-AE4E-483B-A2CD-33DF21887BA0}" destId="{3FFBA12D-0B26-4A03-9AA3-3224283ABB3B}" srcOrd="2" destOrd="0" presId="urn:microsoft.com/office/officeart/2008/layout/LinedList"/>
    <dgm:cxn modelId="{F2A95828-0967-4538-81D9-1A254831BF23}" type="presParOf" srcId="{4376F48D-AE4E-483B-A2CD-33DF21887BA0}" destId="{84C0A859-AB5B-4CDF-8AE2-A79A11EDAFDD}" srcOrd="3" destOrd="0" presId="urn:microsoft.com/office/officeart/2008/layout/LinedList"/>
    <dgm:cxn modelId="{8B7948B4-393E-4EEF-B73A-82AA179CB53C}" type="presParOf" srcId="{84C0A859-AB5B-4CDF-8AE2-A79A11EDAFDD}" destId="{82F00BCC-CDA6-4445-8BA9-06FDDACC01B7}" srcOrd="0" destOrd="0" presId="urn:microsoft.com/office/officeart/2008/layout/LinedList"/>
    <dgm:cxn modelId="{1A23E053-4EA6-489C-A0A3-8132C7ED9A93}" type="presParOf" srcId="{84C0A859-AB5B-4CDF-8AE2-A79A11EDAFDD}" destId="{CC269951-5600-4513-A50F-907BF6E20969}" srcOrd="1" destOrd="0" presId="urn:microsoft.com/office/officeart/2008/layout/LinedList"/>
    <dgm:cxn modelId="{86354E69-9FC5-4478-AF1E-6D80296942F8}" type="presParOf" srcId="{4376F48D-AE4E-483B-A2CD-33DF21887BA0}" destId="{81BAA64B-1FEC-4275-BD0C-E2AB3B73FE1F}" srcOrd="4" destOrd="0" presId="urn:microsoft.com/office/officeart/2008/layout/LinedList"/>
    <dgm:cxn modelId="{4974099A-8CA4-4F6B-909A-4AE4CA232E81}" type="presParOf" srcId="{4376F48D-AE4E-483B-A2CD-33DF21887BA0}" destId="{2186BF3A-B48F-4078-B25F-E44D85A96E1D}" srcOrd="5" destOrd="0" presId="urn:microsoft.com/office/officeart/2008/layout/LinedList"/>
    <dgm:cxn modelId="{E33774B6-A784-475F-AE37-53E522BCD8A9}" type="presParOf" srcId="{2186BF3A-B48F-4078-B25F-E44D85A96E1D}" destId="{C3AEDFB7-7A35-47B1-8626-E7B178B52AE6}" srcOrd="0" destOrd="0" presId="urn:microsoft.com/office/officeart/2008/layout/LinedList"/>
    <dgm:cxn modelId="{6FD0B156-E476-484F-9D58-7186EF06A602}" type="presParOf" srcId="{2186BF3A-B48F-4078-B25F-E44D85A96E1D}" destId="{EB40397B-EBA4-41F0-ACF8-7BCD5BC563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B8FF252-E2B8-49BC-A2C5-263F839A1E1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5749733-5ACE-45FD-B512-093514BE03CB}">
      <dgm:prSet/>
      <dgm:spPr/>
      <dgm:t>
        <a:bodyPr/>
        <a:lstStyle/>
        <a:p>
          <a:r>
            <a:rPr lang="en-US"/>
            <a:t>Maltego, açık kaynak istihbaratı ve adli bilişim için bir veri madenciliği aracıdır. </a:t>
          </a:r>
        </a:p>
      </dgm:t>
    </dgm:pt>
    <dgm:pt modelId="{4A0E1B5B-05BB-4E20-AFE3-02D7D2D4C86F}" type="parTrans" cxnId="{3CB432B6-26BB-4358-A58B-06AE09AAB380}">
      <dgm:prSet/>
      <dgm:spPr/>
      <dgm:t>
        <a:bodyPr/>
        <a:lstStyle/>
        <a:p>
          <a:endParaRPr lang="en-US"/>
        </a:p>
      </dgm:t>
    </dgm:pt>
    <dgm:pt modelId="{161B1BF0-E586-4795-8159-478E4CAFF5A4}" type="sibTrans" cxnId="{3CB432B6-26BB-4358-A58B-06AE09AAB380}">
      <dgm:prSet/>
      <dgm:spPr/>
      <dgm:t>
        <a:bodyPr/>
        <a:lstStyle/>
        <a:p>
          <a:endParaRPr lang="en-US"/>
        </a:p>
      </dgm:t>
    </dgm:pt>
    <dgm:pt modelId="{DFA03489-A79E-458F-8FBD-0A612BCC0FAC}">
      <dgm:prSet/>
      <dgm:spPr/>
      <dgm:t>
        <a:bodyPr/>
        <a:lstStyle/>
        <a:p>
          <a:r>
            <a:rPr lang="en-US"/>
            <a:t>Farklı varlıklar arasındaki ilişkileri görselleştirerek, bilgi toplama sürecini kolaylaştırır.</a:t>
          </a:r>
        </a:p>
      </dgm:t>
    </dgm:pt>
    <dgm:pt modelId="{7FBB2055-985B-46F9-8A07-FB48B6F9CA8F}" type="parTrans" cxnId="{EFCF9E30-FBA2-42C4-99F8-E087C0BE74E7}">
      <dgm:prSet/>
      <dgm:spPr/>
      <dgm:t>
        <a:bodyPr/>
        <a:lstStyle/>
        <a:p>
          <a:endParaRPr lang="en-US"/>
        </a:p>
      </dgm:t>
    </dgm:pt>
    <dgm:pt modelId="{C3F9199A-E453-4329-80B5-72C04F16F5AE}" type="sibTrans" cxnId="{EFCF9E30-FBA2-42C4-99F8-E087C0BE74E7}">
      <dgm:prSet/>
      <dgm:spPr/>
      <dgm:t>
        <a:bodyPr/>
        <a:lstStyle/>
        <a:p>
          <a:endParaRPr lang="en-US"/>
        </a:p>
      </dgm:t>
    </dgm:pt>
    <dgm:pt modelId="{FBFBFC44-2D53-480E-A3B3-12E24E924646}" type="pres">
      <dgm:prSet presAssocID="{9B8FF252-E2B8-49BC-A2C5-263F839A1E19}" presName="vert0" presStyleCnt="0">
        <dgm:presLayoutVars>
          <dgm:dir/>
          <dgm:animOne val="branch"/>
          <dgm:animLvl val="lvl"/>
        </dgm:presLayoutVars>
      </dgm:prSet>
      <dgm:spPr/>
    </dgm:pt>
    <dgm:pt modelId="{3D2EFDAC-86E9-45D3-9A59-A65E8A809D19}" type="pres">
      <dgm:prSet presAssocID="{D5749733-5ACE-45FD-B512-093514BE03CB}" presName="thickLine" presStyleLbl="alignNode1" presStyleIdx="0" presStyleCnt="2"/>
      <dgm:spPr/>
    </dgm:pt>
    <dgm:pt modelId="{8A3497BC-5063-45CF-B062-22F51392871A}" type="pres">
      <dgm:prSet presAssocID="{D5749733-5ACE-45FD-B512-093514BE03CB}" presName="horz1" presStyleCnt="0"/>
      <dgm:spPr/>
    </dgm:pt>
    <dgm:pt modelId="{2FAB9583-B98A-4B08-A988-60B60D7EA784}" type="pres">
      <dgm:prSet presAssocID="{D5749733-5ACE-45FD-B512-093514BE03CB}" presName="tx1" presStyleLbl="revTx" presStyleIdx="0" presStyleCnt="2"/>
      <dgm:spPr/>
    </dgm:pt>
    <dgm:pt modelId="{01F33933-56F4-47CF-866B-41C85A8172AD}" type="pres">
      <dgm:prSet presAssocID="{D5749733-5ACE-45FD-B512-093514BE03CB}" presName="vert1" presStyleCnt="0"/>
      <dgm:spPr/>
    </dgm:pt>
    <dgm:pt modelId="{DE91FD8C-1FCF-4349-A4C5-7A302478783F}" type="pres">
      <dgm:prSet presAssocID="{DFA03489-A79E-458F-8FBD-0A612BCC0FAC}" presName="thickLine" presStyleLbl="alignNode1" presStyleIdx="1" presStyleCnt="2"/>
      <dgm:spPr/>
    </dgm:pt>
    <dgm:pt modelId="{7B222AA3-1CEE-43FA-A3D3-6D99C616A051}" type="pres">
      <dgm:prSet presAssocID="{DFA03489-A79E-458F-8FBD-0A612BCC0FAC}" presName="horz1" presStyleCnt="0"/>
      <dgm:spPr/>
    </dgm:pt>
    <dgm:pt modelId="{5D22BAE3-02FE-4FC9-AF79-BE9D4D03E8F4}" type="pres">
      <dgm:prSet presAssocID="{DFA03489-A79E-458F-8FBD-0A612BCC0FAC}" presName="tx1" presStyleLbl="revTx" presStyleIdx="1" presStyleCnt="2"/>
      <dgm:spPr/>
    </dgm:pt>
    <dgm:pt modelId="{8773E7EB-79BA-4073-87EF-07709E24FFBD}" type="pres">
      <dgm:prSet presAssocID="{DFA03489-A79E-458F-8FBD-0A612BCC0FAC}" presName="vert1" presStyleCnt="0"/>
      <dgm:spPr/>
    </dgm:pt>
  </dgm:ptLst>
  <dgm:cxnLst>
    <dgm:cxn modelId="{EFCF9E30-FBA2-42C4-99F8-E087C0BE74E7}" srcId="{9B8FF252-E2B8-49BC-A2C5-263F839A1E19}" destId="{DFA03489-A79E-458F-8FBD-0A612BCC0FAC}" srcOrd="1" destOrd="0" parTransId="{7FBB2055-985B-46F9-8A07-FB48B6F9CA8F}" sibTransId="{C3F9199A-E453-4329-80B5-72C04F16F5AE}"/>
    <dgm:cxn modelId="{02B71275-0423-4D71-BB8A-2C249F40D49F}" type="presOf" srcId="{D5749733-5ACE-45FD-B512-093514BE03CB}" destId="{2FAB9583-B98A-4B08-A988-60B60D7EA784}" srcOrd="0" destOrd="0" presId="urn:microsoft.com/office/officeart/2008/layout/LinedList"/>
    <dgm:cxn modelId="{3CB432B6-26BB-4358-A58B-06AE09AAB380}" srcId="{9B8FF252-E2B8-49BC-A2C5-263F839A1E19}" destId="{D5749733-5ACE-45FD-B512-093514BE03CB}" srcOrd="0" destOrd="0" parTransId="{4A0E1B5B-05BB-4E20-AFE3-02D7D2D4C86F}" sibTransId="{161B1BF0-E586-4795-8159-478E4CAFF5A4}"/>
    <dgm:cxn modelId="{141157B8-936C-4661-BE19-4FDD3DA35824}" type="presOf" srcId="{9B8FF252-E2B8-49BC-A2C5-263F839A1E19}" destId="{FBFBFC44-2D53-480E-A3B3-12E24E924646}" srcOrd="0" destOrd="0" presId="urn:microsoft.com/office/officeart/2008/layout/LinedList"/>
    <dgm:cxn modelId="{7D0685F2-2977-474B-97FC-B2AEB6536E29}" type="presOf" srcId="{DFA03489-A79E-458F-8FBD-0A612BCC0FAC}" destId="{5D22BAE3-02FE-4FC9-AF79-BE9D4D03E8F4}" srcOrd="0" destOrd="0" presId="urn:microsoft.com/office/officeart/2008/layout/LinedList"/>
    <dgm:cxn modelId="{4660E182-4CAA-4B24-A475-0AEFDD91DD6D}" type="presParOf" srcId="{FBFBFC44-2D53-480E-A3B3-12E24E924646}" destId="{3D2EFDAC-86E9-45D3-9A59-A65E8A809D19}" srcOrd="0" destOrd="0" presId="urn:microsoft.com/office/officeart/2008/layout/LinedList"/>
    <dgm:cxn modelId="{B0C0DF50-DCE3-4CD1-8E6A-8988B9C63B9F}" type="presParOf" srcId="{FBFBFC44-2D53-480E-A3B3-12E24E924646}" destId="{8A3497BC-5063-45CF-B062-22F51392871A}" srcOrd="1" destOrd="0" presId="urn:microsoft.com/office/officeart/2008/layout/LinedList"/>
    <dgm:cxn modelId="{6994DC8B-8EBE-4F8E-929D-9E92FA6BE7B6}" type="presParOf" srcId="{8A3497BC-5063-45CF-B062-22F51392871A}" destId="{2FAB9583-B98A-4B08-A988-60B60D7EA784}" srcOrd="0" destOrd="0" presId="urn:microsoft.com/office/officeart/2008/layout/LinedList"/>
    <dgm:cxn modelId="{61BCF565-CBC2-4911-AF7C-2BB396894462}" type="presParOf" srcId="{8A3497BC-5063-45CF-B062-22F51392871A}" destId="{01F33933-56F4-47CF-866B-41C85A8172AD}" srcOrd="1" destOrd="0" presId="urn:microsoft.com/office/officeart/2008/layout/LinedList"/>
    <dgm:cxn modelId="{FD4FC822-7292-4157-BB94-8329E076EDA2}" type="presParOf" srcId="{FBFBFC44-2D53-480E-A3B3-12E24E924646}" destId="{DE91FD8C-1FCF-4349-A4C5-7A302478783F}" srcOrd="2" destOrd="0" presId="urn:microsoft.com/office/officeart/2008/layout/LinedList"/>
    <dgm:cxn modelId="{241EE141-A0A4-46FD-8EFD-BAFF5296ABB7}" type="presParOf" srcId="{FBFBFC44-2D53-480E-A3B3-12E24E924646}" destId="{7B222AA3-1CEE-43FA-A3D3-6D99C616A051}" srcOrd="3" destOrd="0" presId="urn:microsoft.com/office/officeart/2008/layout/LinedList"/>
    <dgm:cxn modelId="{3C4A9F13-2FAF-46CE-8CB8-5EC7BB02C57D}" type="presParOf" srcId="{7B222AA3-1CEE-43FA-A3D3-6D99C616A051}" destId="{5D22BAE3-02FE-4FC9-AF79-BE9D4D03E8F4}" srcOrd="0" destOrd="0" presId="urn:microsoft.com/office/officeart/2008/layout/LinedList"/>
    <dgm:cxn modelId="{D91032F6-B76F-45C1-8C58-A015344DB1B9}" type="presParOf" srcId="{7B222AA3-1CEE-43FA-A3D3-6D99C616A051}" destId="{8773E7EB-79BA-4073-87EF-07709E24FFB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092F715-46CA-429C-8DA8-645CFEFED91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530BB4-B5CE-4BF5-82DB-7D9D424D92AE}">
      <dgm:prSet/>
      <dgm:spPr/>
      <dgm:t>
        <a:bodyPr/>
        <a:lstStyle/>
        <a:p>
          <a:r>
            <a:rPr lang="en-US"/>
            <a:t>OWASP ZAP, web uygulama güvenliği tarayıcısıdır. </a:t>
          </a:r>
        </a:p>
      </dgm:t>
    </dgm:pt>
    <dgm:pt modelId="{6DFF66DD-7773-49F7-823F-E2F0CA7E779C}" type="parTrans" cxnId="{DAC7902A-A55B-4746-A771-EF810E72903B}">
      <dgm:prSet/>
      <dgm:spPr/>
      <dgm:t>
        <a:bodyPr/>
        <a:lstStyle/>
        <a:p>
          <a:endParaRPr lang="en-US"/>
        </a:p>
      </dgm:t>
    </dgm:pt>
    <dgm:pt modelId="{BCC63260-E4E0-4B57-AFDE-0CCE82F20392}" type="sibTrans" cxnId="{DAC7902A-A55B-4746-A771-EF810E72903B}">
      <dgm:prSet/>
      <dgm:spPr/>
      <dgm:t>
        <a:bodyPr/>
        <a:lstStyle/>
        <a:p>
          <a:endParaRPr lang="en-US"/>
        </a:p>
      </dgm:t>
    </dgm:pt>
    <dgm:pt modelId="{2550E15F-E6A4-4827-819F-86B1F2E57EDF}">
      <dgm:prSet/>
      <dgm:spPr/>
      <dgm:t>
        <a:bodyPr/>
        <a:lstStyle/>
        <a:p>
          <a:r>
            <a:rPr lang="en-US"/>
            <a:t>Güvenlik açıklarını bulmak için otomatik testler yapar ve kullanıcıların manuel testler gerçekleştirmesine olanak tanır.</a:t>
          </a:r>
        </a:p>
      </dgm:t>
    </dgm:pt>
    <dgm:pt modelId="{A9D6CB43-B3FC-4316-BD65-151158EC7855}" type="parTrans" cxnId="{C4D03FCA-5632-4794-ACED-A73458C0ADBD}">
      <dgm:prSet/>
      <dgm:spPr/>
      <dgm:t>
        <a:bodyPr/>
        <a:lstStyle/>
        <a:p>
          <a:endParaRPr lang="en-US"/>
        </a:p>
      </dgm:t>
    </dgm:pt>
    <dgm:pt modelId="{97112200-8159-42FA-8757-61281D641C80}" type="sibTrans" cxnId="{C4D03FCA-5632-4794-ACED-A73458C0ADBD}">
      <dgm:prSet/>
      <dgm:spPr/>
      <dgm:t>
        <a:bodyPr/>
        <a:lstStyle/>
        <a:p>
          <a:endParaRPr lang="en-US"/>
        </a:p>
      </dgm:t>
    </dgm:pt>
    <dgm:pt modelId="{D380C7E0-2E45-4E50-8E9D-5C99073AF6BA}" type="pres">
      <dgm:prSet presAssocID="{0092F715-46CA-429C-8DA8-645CFEFED91B}" presName="linear" presStyleCnt="0">
        <dgm:presLayoutVars>
          <dgm:animLvl val="lvl"/>
          <dgm:resizeHandles val="exact"/>
        </dgm:presLayoutVars>
      </dgm:prSet>
      <dgm:spPr/>
    </dgm:pt>
    <dgm:pt modelId="{22237B0B-4E2E-4FBA-8C31-A8A0FBF4C4FA}" type="pres">
      <dgm:prSet presAssocID="{A0530BB4-B5CE-4BF5-82DB-7D9D424D92A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1A178E-AD91-4953-B439-6738544E3726}" type="pres">
      <dgm:prSet presAssocID="{BCC63260-E4E0-4B57-AFDE-0CCE82F20392}" presName="spacer" presStyleCnt="0"/>
      <dgm:spPr/>
    </dgm:pt>
    <dgm:pt modelId="{7611B015-762C-482F-B3EF-6167A704A58C}" type="pres">
      <dgm:prSet presAssocID="{2550E15F-E6A4-4827-819F-86B1F2E57ED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8736805-E1D3-4039-A768-8D7924F240F3}" type="presOf" srcId="{2550E15F-E6A4-4827-819F-86B1F2E57EDF}" destId="{7611B015-762C-482F-B3EF-6167A704A58C}" srcOrd="0" destOrd="0" presId="urn:microsoft.com/office/officeart/2005/8/layout/vList2"/>
    <dgm:cxn modelId="{DAC7902A-A55B-4746-A771-EF810E72903B}" srcId="{0092F715-46CA-429C-8DA8-645CFEFED91B}" destId="{A0530BB4-B5CE-4BF5-82DB-7D9D424D92AE}" srcOrd="0" destOrd="0" parTransId="{6DFF66DD-7773-49F7-823F-E2F0CA7E779C}" sibTransId="{BCC63260-E4E0-4B57-AFDE-0CCE82F20392}"/>
    <dgm:cxn modelId="{C4D03FCA-5632-4794-ACED-A73458C0ADBD}" srcId="{0092F715-46CA-429C-8DA8-645CFEFED91B}" destId="{2550E15F-E6A4-4827-819F-86B1F2E57EDF}" srcOrd="1" destOrd="0" parTransId="{A9D6CB43-B3FC-4316-BD65-151158EC7855}" sibTransId="{97112200-8159-42FA-8757-61281D641C80}"/>
    <dgm:cxn modelId="{783087DD-9D29-4EF7-A60C-E5AC85B30EA3}" type="presOf" srcId="{A0530BB4-B5CE-4BF5-82DB-7D9D424D92AE}" destId="{22237B0B-4E2E-4FBA-8C31-A8A0FBF4C4FA}" srcOrd="0" destOrd="0" presId="urn:microsoft.com/office/officeart/2005/8/layout/vList2"/>
    <dgm:cxn modelId="{DCEAEFFE-3394-406D-ADDD-8FB4A2C9801D}" type="presOf" srcId="{0092F715-46CA-429C-8DA8-645CFEFED91B}" destId="{D380C7E0-2E45-4E50-8E9D-5C99073AF6BA}" srcOrd="0" destOrd="0" presId="urn:microsoft.com/office/officeart/2005/8/layout/vList2"/>
    <dgm:cxn modelId="{9FD39092-3725-476F-9D36-A288B62077B9}" type="presParOf" srcId="{D380C7E0-2E45-4E50-8E9D-5C99073AF6BA}" destId="{22237B0B-4E2E-4FBA-8C31-A8A0FBF4C4FA}" srcOrd="0" destOrd="0" presId="urn:microsoft.com/office/officeart/2005/8/layout/vList2"/>
    <dgm:cxn modelId="{03505636-2931-467D-A65F-8A60CE44DF19}" type="presParOf" srcId="{D380C7E0-2E45-4E50-8E9D-5C99073AF6BA}" destId="{671A178E-AD91-4953-B439-6738544E3726}" srcOrd="1" destOrd="0" presId="urn:microsoft.com/office/officeart/2005/8/layout/vList2"/>
    <dgm:cxn modelId="{6BE7B507-6FFD-4E2E-BE67-338AFE26E963}" type="presParOf" srcId="{D380C7E0-2E45-4E50-8E9D-5C99073AF6BA}" destId="{7611B015-762C-482F-B3EF-6167A704A5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A9412E1-1451-4F30-8BE1-2477DC64A565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0CABA3-461B-4851-9C5B-398C9496E075}">
      <dgm:prSet/>
      <dgm:spPr/>
      <dgm:t>
        <a:bodyPr/>
        <a:lstStyle/>
        <a:p>
          <a:r>
            <a:rPr lang="en-US"/>
            <a:t>Ettercap, yerel alan ağlarında (LAN) adam ortada (man-in-the-middle) saldırıları gerçekleştirmek için kullanılan bir araçtır. </a:t>
          </a:r>
        </a:p>
      </dgm:t>
    </dgm:pt>
    <dgm:pt modelId="{C975C6B9-FBAB-4614-85F4-C6501ADFDB11}" type="parTrans" cxnId="{DBC8173F-5277-44CF-BEE6-49E03549A94A}">
      <dgm:prSet/>
      <dgm:spPr/>
      <dgm:t>
        <a:bodyPr/>
        <a:lstStyle/>
        <a:p>
          <a:endParaRPr lang="en-US"/>
        </a:p>
      </dgm:t>
    </dgm:pt>
    <dgm:pt modelId="{5411490D-13E5-43B3-B0FA-3047FB96B73E}" type="sibTrans" cxnId="{DBC8173F-5277-44CF-BEE6-49E03549A94A}">
      <dgm:prSet/>
      <dgm:spPr/>
      <dgm:t>
        <a:bodyPr/>
        <a:lstStyle/>
        <a:p>
          <a:endParaRPr lang="en-US"/>
        </a:p>
      </dgm:t>
    </dgm:pt>
    <dgm:pt modelId="{66527D75-4DA2-494C-8AA8-11F06347E99E}">
      <dgm:prSet/>
      <dgm:spPr/>
      <dgm:t>
        <a:bodyPr/>
        <a:lstStyle/>
        <a:p>
          <a:r>
            <a:rPr lang="en-US"/>
            <a:t>Ağ trafiğini dinleyebilir ve değiştirerek veri çalabilir.</a:t>
          </a:r>
        </a:p>
      </dgm:t>
    </dgm:pt>
    <dgm:pt modelId="{751DFD9D-827A-400D-9A40-68D23CA092AD}" type="parTrans" cxnId="{19D9F129-C418-44D7-BF24-797DF41B5DE6}">
      <dgm:prSet/>
      <dgm:spPr/>
      <dgm:t>
        <a:bodyPr/>
        <a:lstStyle/>
        <a:p>
          <a:endParaRPr lang="en-US"/>
        </a:p>
      </dgm:t>
    </dgm:pt>
    <dgm:pt modelId="{6D9E0FED-ADFE-4CDA-BE33-28FF8F9D4FBB}" type="sibTrans" cxnId="{19D9F129-C418-44D7-BF24-797DF41B5DE6}">
      <dgm:prSet/>
      <dgm:spPr/>
      <dgm:t>
        <a:bodyPr/>
        <a:lstStyle/>
        <a:p>
          <a:endParaRPr lang="en-US"/>
        </a:p>
      </dgm:t>
    </dgm:pt>
    <dgm:pt modelId="{928A7EF5-B954-498D-9837-4CE5471139C5}" type="pres">
      <dgm:prSet presAssocID="{6A9412E1-1451-4F30-8BE1-2477DC64A565}" presName="Name0" presStyleCnt="0">
        <dgm:presLayoutVars>
          <dgm:dir/>
          <dgm:animLvl val="lvl"/>
          <dgm:resizeHandles val="exact"/>
        </dgm:presLayoutVars>
      </dgm:prSet>
      <dgm:spPr/>
    </dgm:pt>
    <dgm:pt modelId="{77CE0BD8-754D-42B0-AE5D-F45A29591441}" type="pres">
      <dgm:prSet presAssocID="{66527D75-4DA2-494C-8AA8-11F06347E99E}" presName="boxAndChildren" presStyleCnt="0"/>
      <dgm:spPr/>
    </dgm:pt>
    <dgm:pt modelId="{7ED0AAD1-24BF-4EE8-9DE8-70A106EE01DB}" type="pres">
      <dgm:prSet presAssocID="{66527D75-4DA2-494C-8AA8-11F06347E99E}" presName="parentTextBox" presStyleLbl="node1" presStyleIdx="0" presStyleCnt="2"/>
      <dgm:spPr/>
    </dgm:pt>
    <dgm:pt modelId="{FA93D482-730C-4FC8-9E3A-6AD169DBC492}" type="pres">
      <dgm:prSet presAssocID="{5411490D-13E5-43B3-B0FA-3047FB96B73E}" presName="sp" presStyleCnt="0"/>
      <dgm:spPr/>
    </dgm:pt>
    <dgm:pt modelId="{4F168946-BBC3-474B-AB51-BAFE17B0F6F5}" type="pres">
      <dgm:prSet presAssocID="{4E0CABA3-461B-4851-9C5B-398C9496E075}" presName="arrowAndChildren" presStyleCnt="0"/>
      <dgm:spPr/>
    </dgm:pt>
    <dgm:pt modelId="{731C6747-9E26-4BCC-B4B6-295E45CEB715}" type="pres">
      <dgm:prSet presAssocID="{4E0CABA3-461B-4851-9C5B-398C9496E075}" presName="parentTextArrow" presStyleLbl="node1" presStyleIdx="1" presStyleCnt="2"/>
      <dgm:spPr/>
    </dgm:pt>
  </dgm:ptLst>
  <dgm:cxnLst>
    <dgm:cxn modelId="{F6925D0A-EB3D-4F19-B870-C391E5C2E12C}" type="presOf" srcId="{66527D75-4DA2-494C-8AA8-11F06347E99E}" destId="{7ED0AAD1-24BF-4EE8-9DE8-70A106EE01DB}" srcOrd="0" destOrd="0" presId="urn:microsoft.com/office/officeart/2005/8/layout/process4"/>
    <dgm:cxn modelId="{19D9F129-C418-44D7-BF24-797DF41B5DE6}" srcId="{6A9412E1-1451-4F30-8BE1-2477DC64A565}" destId="{66527D75-4DA2-494C-8AA8-11F06347E99E}" srcOrd="1" destOrd="0" parTransId="{751DFD9D-827A-400D-9A40-68D23CA092AD}" sibTransId="{6D9E0FED-ADFE-4CDA-BE33-28FF8F9D4FBB}"/>
    <dgm:cxn modelId="{DBC8173F-5277-44CF-BEE6-49E03549A94A}" srcId="{6A9412E1-1451-4F30-8BE1-2477DC64A565}" destId="{4E0CABA3-461B-4851-9C5B-398C9496E075}" srcOrd="0" destOrd="0" parTransId="{C975C6B9-FBAB-4614-85F4-C6501ADFDB11}" sibTransId="{5411490D-13E5-43B3-B0FA-3047FB96B73E}"/>
    <dgm:cxn modelId="{47434497-C898-4593-A170-B008724E7C7F}" type="presOf" srcId="{4E0CABA3-461B-4851-9C5B-398C9496E075}" destId="{731C6747-9E26-4BCC-B4B6-295E45CEB715}" srcOrd="0" destOrd="0" presId="urn:microsoft.com/office/officeart/2005/8/layout/process4"/>
    <dgm:cxn modelId="{FAD211E5-1D9A-4F90-9B20-1633D5E2990D}" type="presOf" srcId="{6A9412E1-1451-4F30-8BE1-2477DC64A565}" destId="{928A7EF5-B954-498D-9837-4CE5471139C5}" srcOrd="0" destOrd="0" presId="urn:microsoft.com/office/officeart/2005/8/layout/process4"/>
    <dgm:cxn modelId="{CC423E32-3063-42A1-81D7-5A1DE5FF7429}" type="presParOf" srcId="{928A7EF5-B954-498D-9837-4CE5471139C5}" destId="{77CE0BD8-754D-42B0-AE5D-F45A29591441}" srcOrd="0" destOrd="0" presId="urn:microsoft.com/office/officeart/2005/8/layout/process4"/>
    <dgm:cxn modelId="{B4D0304A-251D-4F7A-9E33-BF47241CCD6B}" type="presParOf" srcId="{77CE0BD8-754D-42B0-AE5D-F45A29591441}" destId="{7ED0AAD1-24BF-4EE8-9DE8-70A106EE01DB}" srcOrd="0" destOrd="0" presId="urn:microsoft.com/office/officeart/2005/8/layout/process4"/>
    <dgm:cxn modelId="{A7C7639C-8D03-4C6E-9988-B8B6203C4A69}" type="presParOf" srcId="{928A7EF5-B954-498D-9837-4CE5471139C5}" destId="{FA93D482-730C-4FC8-9E3A-6AD169DBC492}" srcOrd="1" destOrd="0" presId="urn:microsoft.com/office/officeart/2005/8/layout/process4"/>
    <dgm:cxn modelId="{1C13D69F-680C-4716-A167-6701975CE734}" type="presParOf" srcId="{928A7EF5-B954-498D-9837-4CE5471139C5}" destId="{4F168946-BBC3-474B-AB51-BAFE17B0F6F5}" srcOrd="2" destOrd="0" presId="urn:microsoft.com/office/officeart/2005/8/layout/process4"/>
    <dgm:cxn modelId="{9CBEC90D-A9D3-4007-B000-CB06CD754A5C}" type="presParOf" srcId="{4F168946-BBC3-474B-AB51-BAFE17B0F6F5}" destId="{731C6747-9E26-4BCC-B4B6-295E45CEB71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9C4AD7-6F30-4C3D-9786-E9B10ED417B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12B8EB4-5451-408F-8D8C-28A54F1C3C28}">
      <dgm:prSet/>
      <dgm:spPr/>
      <dgm:t>
        <a:bodyPr/>
        <a:lstStyle/>
        <a:p>
          <a:r>
            <a:rPr lang="en-US"/>
            <a:t>BeEF (Browser Exploitation Framework), tarayıcı tabanlı saldırılar için kullanılan bir çerçevedir. </a:t>
          </a:r>
        </a:p>
      </dgm:t>
    </dgm:pt>
    <dgm:pt modelId="{2E3D6988-BEB2-4D4F-92A9-08ADEA8A9740}" type="parTrans" cxnId="{DA0D7BA5-F1D2-4CBB-B048-B0E764520B47}">
      <dgm:prSet/>
      <dgm:spPr/>
      <dgm:t>
        <a:bodyPr/>
        <a:lstStyle/>
        <a:p>
          <a:endParaRPr lang="en-US"/>
        </a:p>
      </dgm:t>
    </dgm:pt>
    <dgm:pt modelId="{D5852A83-08FE-4B4F-BEB9-483BB1FE6710}" type="sibTrans" cxnId="{DA0D7BA5-F1D2-4CBB-B048-B0E764520B47}">
      <dgm:prSet/>
      <dgm:spPr/>
      <dgm:t>
        <a:bodyPr/>
        <a:lstStyle/>
        <a:p>
          <a:endParaRPr lang="en-US"/>
        </a:p>
      </dgm:t>
    </dgm:pt>
    <dgm:pt modelId="{76D79642-6859-47A2-BADC-FA7EA311151F}">
      <dgm:prSet/>
      <dgm:spPr/>
      <dgm:t>
        <a:bodyPr/>
        <a:lstStyle/>
        <a:p>
          <a:r>
            <a:rPr lang="en-US"/>
            <a:t>Kullanıcıların web tarayıcıları üzerinden güvenlik açıklarını istismar etmeye olanak tanır.</a:t>
          </a:r>
        </a:p>
      </dgm:t>
    </dgm:pt>
    <dgm:pt modelId="{8FBFD6D1-FFA1-4154-95C6-195AC3D39628}" type="parTrans" cxnId="{F0D53E63-E730-4A31-B711-D958BCBA1FC9}">
      <dgm:prSet/>
      <dgm:spPr/>
      <dgm:t>
        <a:bodyPr/>
        <a:lstStyle/>
        <a:p>
          <a:endParaRPr lang="en-US"/>
        </a:p>
      </dgm:t>
    </dgm:pt>
    <dgm:pt modelId="{71D16E87-02EA-49DA-A681-6A8481A11CE4}" type="sibTrans" cxnId="{F0D53E63-E730-4A31-B711-D958BCBA1FC9}">
      <dgm:prSet/>
      <dgm:spPr/>
      <dgm:t>
        <a:bodyPr/>
        <a:lstStyle/>
        <a:p>
          <a:endParaRPr lang="en-US"/>
        </a:p>
      </dgm:t>
    </dgm:pt>
    <dgm:pt modelId="{89D96616-3D01-47A1-A164-8CA3AA03D038}" type="pres">
      <dgm:prSet presAssocID="{FE9C4AD7-6F30-4C3D-9786-E9B10ED417B9}" presName="vert0" presStyleCnt="0">
        <dgm:presLayoutVars>
          <dgm:dir/>
          <dgm:animOne val="branch"/>
          <dgm:animLvl val="lvl"/>
        </dgm:presLayoutVars>
      </dgm:prSet>
      <dgm:spPr/>
    </dgm:pt>
    <dgm:pt modelId="{9A444E7D-590C-4B40-9E18-F7AC68426434}" type="pres">
      <dgm:prSet presAssocID="{112B8EB4-5451-408F-8D8C-28A54F1C3C28}" presName="thickLine" presStyleLbl="alignNode1" presStyleIdx="0" presStyleCnt="2"/>
      <dgm:spPr/>
    </dgm:pt>
    <dgm:pt modelId="{30B36A40-31D8-4FA1-B524-8D7138D9DCA2}" type="pres">
      <dgm:prSet presAssocID="{112B8EB4-5451-408F-8D8C-28A54F1C3C28}" presName="horz1" presStyleCnt="0"/>
      <dgm:spPr/>
    </dgm:pt>
    <dgm:pt modelId="{B623EDE5-9F54-4C4B-91DB-19BCDCCBA239}" type="pres">
      <dgm:prSet presAssocID="{112B8EB4-5451-408F-8D8C-28A54F1C3C28}" presName="tx1" presStyleLbl="revTx" presStyleIdx="0" presStyleCnt="2"/>
      <dgm:spPr/>
    </dgm:pt>
    <dgm:pt modelId="{68DCF496-F678-4ABE-BADF-A347D92DB5DC}" type="pres">
      <dgm:prSet presAssocID="{112B8EB4-5451-408F-8D8C-28A54F1C3C28}" presName="vert1" presStyleCnt="0"/>
      <dgm:spPr/>
    </dgm:pt>
    <dgm:pt modelId="{010E9BAC-5AD2-4778-898D-A71FDDFFC2B5}" type="pres">
      <dgm:prSet presAssocID="{76D79642-6859-47A2-BADC-FA7EA311151F}" presName="thickLine" presStyleLbl="alignNode1" presStyleIdx="1" presStyleCnt="2"/>
      <dgm:spPr/>
    </dgm:pt>
    <dgm:pt modelId="{D0ACD019-DF3C-4F77-B3D4-B84D21F2AFB1}" type="pres">
      <dgm:prSet presAssocID="{76D79642-6859-47A2-BADC-FA7EA311151F}" presName="horz1" presStyleCnt="0"/>
      <dgm:spPr/>
    </dgm:pt>
    <dgm:pt modelId="{ABCAABE6-FF02-4A30-88F2-21B5E69BA3BA}" type="pres">
      <dgm:prSet presAssocID="{76D79642-6859-47A2-BADC-FA7EA311151F}" presName="tx1" presStyleLbl="revTx" presStyleIdx="1" presStyleCnt="2"/>
      <dgm:spPr/>
    </dgm:pt>
    <dgm:pt modelId="{1E952110-90AD-4EDC-BA38-05ACBB9991F4}" type="pres">
      <dgm:prSet presAssocID="{76D79642-6859-47A2-BADC-FA7EA311151F}" presName="vert1" presStyleCnt="0"/>
      <dgm:spPr/>
    </dgm:pt>
  </dgm:ptLst>
  <dgm:cxnLst>
    <dgm:cxn modelId="{C76C570A-8A82-4EFA-B6B0-3845E9656866}" type="presOf" srcId="{FE9C4AD7-6F30-4C3D-9786-E9B10ED417B9}" destId="{89D96616-3D01-47A1-A164-8CA3AA03D038}" srcOrd="0" destOrd="0" presId="urn:microsoft.com/office/officeart/2008/layout/LinedList"/>
    <dgm:cxn modelId="{F0D53E63-E730-4A31-B711-D958BCBA1FC9}" srcId="{FE9C4AD7-6F30-4C3D-9786-E9B10ED417B9}" destId="{76D79642-6859-47A2-BADC-FA7EA311151F}" srcOrd="1" destOrd="0" parTransId="{8FBFD6D1-FFA1-4154-95C6-195AC3D39628}" sibTransId="{71D16E87-02EA-49DA-A681-6A8481A11CE4}"/>
    <dgm:cxn modelId="{A053647A-3099-436D-BC12-3E4CCC8C3977}" type="presOf" srcId="{112B8EB4-5451-408F-8D8C-28A54F1C3C28}" destId="{B623EDE5-9F54-4C4B-91DB-19BCDCCBA239}" srcOrd="0" destOrd="0" presId="urn:microsoft.com/office/officeart/2008/layout/LinedList"/>
    <dgm:cxn modelId="{06711390-204D-45DF-A0AA-F827474A1478}" type="presOf" srcId="{76D79642-6859-47A2-BADC-FA7EA311151F}" destId="{ABCAABE6-FF02-4A30-88F2-21B5E69BA3BA}" srcOrd="0" destOrd="0" presId="urn:microsoft.com/office/officeart/2008/layout/LinedList"/>
    <dgm:cxn modelId="{DA0D7BA5-F1D2-4CBB-B048-B0E764520B47}" srcId="{FE9C4AD7-6F30-4C3D-9786-E9B10ED417B9}" destId="{112B8EB4-5451-408F-8D8C-28A54F1C3C28}" srcOrd="0" destOrd="0" parTransId="{2E3D6988-BEB2-4D4F-92A9-08ADEA8A9740}" sibTransId="{D5852A83-08FE-4B4F-BEB9-483BB1FE6710}"/>
    <dgm:cxn modelId="{E16A309F-4EA4-4CE0-B2A8-C9B3D874EC7A}" type="presParOf" srcId="{89D96616-3D01-47A1-A164-8CA3AA03D038}" destId="{9A444E7D-590C-4B40-9E18-F7AC68426434}" srcOrd="0" destOrd="0" presId="urn:microsoft.com/office/officeart/2008/layout/LinedList"/>
    <dgm:cxn modelId="{2CBD19AC-9BF2-48A6-A509-2A8CAFD00921}" type="presParOf" srcId="{89D96616-3D01-47A1-A164-8CA3AA03D038}" destId="{30B36A40-31D8-4FA1-B524-8D7138D9DCA2}" srcOrd="1" destOrd="0" presId="urn:microsoft.com/office/officeart/2008/layout/LinedList"/>
    <dgm:cxn modelId="{C1A9031F-B349-41D2-96D6-E5A98BF9FC15}" type="presParOf" srcId="{30B36A40-31D8-4FA1-B524-8D7138D9DCA2}" destId="{B623EDE5-9F54-4C4B-91DB-19BCDCCBA239}" srcOrd="0" destOrd="0" presId="urn:microsoft.com/office/officeart/2008/layout/LinedList"/>
    <dgm:cxn modelId="{C5CA268B-60BA-4B8F-8F8B-FC0394140892}" type="presParOf" srcId="{30B36A40-31D8-4FA1-B524-8D7138D9DCA2}" destId="{68DCF496-F678-4ABE-BADF-A347D92DB5DC}" srcOrd="1" destOrd="0" presId="urn:microsoft.com/office/officeart/2008/layout/LinedList"/>
    <dgm:cxn modelId="{2EEFD0BB-1997-4F71-A7E4-50D453767E73}" type="presParOf" srcId="{89D96616-3D01-47A1-A164-8CA3AA03D038}" destId="{010E9BAC-5AD2-4778-898D-A71FDDFFC2B5}" srcOrd="2" destOrd="0" presId="urn:microsoft.com/office/officeart/2008/layout/LinedList"/>
    <dgm:cxn modelId="{C11423CE-A9CE-4236-99CE-AB50F09E74DE}" type="presParOf" srcId="{89D96616-3D01-47A1-A164-8CA3AA03D038}" destId="{D0ACD019-DF3C-4F77-B3D4-B84D21F2AFB1}" srcOrd="3" destOrd="0" presId="urn:microsoft.com/office/officeart/2008/layout/LinedList"/>
    <dgm:cxn modelId="{63881477-7124-4AA8-B487-4BBBC7B3BCE0}" type="presParOf" srcId="{D0ACD019-DF3C-4F77-B3D4-B84D21F2AFB1}" destId="{ABCAABE6-FF02-4A30-88F2-21B5E69BA3BA}" srcOrd="0" destOrd="0" presId="urn:microsoft.com/office/officeart/2008/layout/LinedList"/>
    <dgm:cxn modelId="{E23F39B1-139F-429F-B18B-9C2B375E8CC7}" type="presParOf" srcId="{D0ACD019-DF3C-4F77-B3D4-B84D21F2AFB1}" destId="{1E952110-90AD-4EDC-BA38-05ACBB9991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8D01781-DF66-49E3-8816-7C10DED9CDF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B37CCF-1C99-4AF3-8A37-9E22E12B3238}">
      <dgm:prSet/>
      <dgm:spPr/>
      <dgm:t>
        <a:bodyPr/>
        <a:lstStyle/>
        <a:p>
          <a:r>
            <a:rPr lang="en-US"/>
            <a:t>Cuckoo Sandbox, zararlı yazılımları analiz etmek için kullanılan bir sanal ortamdır. </a:t>
          </a:r>
        </a:p>
      </dgm:t>
    </dgm:pt>
    <dgm:pt modelId="{DD5FE22D-9108-473A-B8AD-C69E4EDE1F6E}" type="parTrans" cxnId="{553933D6-DFFF-49AE-BDBC-F0ED4808499F}">
      <dgm:prSet/>
      <dgm:spPr/>
      <dgm:t>
        <a:bodyPr/>
        <a:lstStyle/>
        <a:p>
          <a:endParaRPr lang="en-US"/>
        </a:p>
      </dgm:t>
    </dgm:pt>
    <dgm:pt modelId="{37921669-F335-45FC-B344-6EE30B930F36}" type="sibTrans" cxnId="{553933D6-DFFF-49AE-BDBC-F0ED4808499F}">
      <dgm:prSet/>
      <dgm:spPr/>
      <dgm:t>
        <a:bodyPr/>
        <a:lstStyle/>
        <a:p>
          <a:endParaRPr lang="en-US"/>
        </a:p>
      </dgm:t>
    </dgm:pt>
    <dgm:pt modelId="{323EB76E-ACD3-4B16-A668-F1107825B35F}">
      <dgm:prSet/>
      <dgm:spPr/>
      <dgm:t>
        <a:bodyPr/>
        <a:lstStyle/>
        <a:p>
          <a:r>
            <a:rPr lang="en-US"/>
            <a:t>Zararlı yazılımların davranışlarını inceleyerek, tehditleri tanımlar.</a:t>
          </a:r>
        </a:p>
      </dgm:t>
    </dgm:pt>
    <dgm:pt modelId="{C6C694D0-E227-4EA3-85C8-65E1FC21754D}" type="parTrans" cxnId="{920EDEE5-7CEA-41C0-A5E0-D89D0F38377C}">
      <dgm:prSet/>
      <dgm:spPr/>
      <dgm:t>
        <a:bodyPr/>
        <a:lstStyle/>
        <a:p>
          <a:endParaRPr lang="en-US"/>
        </a:p>
      </dgm:t>
    </dgm:pt>
    <dgm:pt modelId="{5CC575F5-81E8-4DD3-B981-A2DC8683ACCF}" type="sibTrans" cxnId="{920EDEE5-7CEA-41C0-A5E0-D89D0F38377C}">
      <dgm:prSet/>
      <dgm:spPr/>
      <dgm:t>
        <a:bodyPr/>
        <a:lstStyle/>
        <a:p>
          <a:endParaRPr lang="en-US"/>
        </a:p>
      </dgm:t>
    </dgm:pt>
    <dgm:pt modelId="{4F41DCBA-9802-47A6-B203-BE48CB05A3CB}" type="pres">
      <dgm:prSet presAssocID="{18D01781-DF66-49E3-8816-7C10DED9CDF7}" presName="linear" presStyleCnt="0">
        <dgm:presLayoutVars>
          <dgm:animLvl val="lvl"/>
          <dgm:resizeHandles val="exact"/>
        </dgm:presLayoutVars>
      </dgm:prSet>
      <dgm:spPr/>
    </dgm:pt>
    <dgm:pt modelId="{9E6D44FD-9470-42AE-BA6B-B53FDE2D29E3}" type="pres">
      <dgm:prSet presAssocID="{B3B37CCF-1C99-4AF3-8A37-9E22E12B323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BED45D1-6A49-4240-8855-A9AA554D1546}" type="pres">
      <dgm:prSet presAssocID="{37921669-F335-45FC-B344-6EE30B930F36}" presName="spacer" presStyleCnt="0"/>
      <dgm:spPr/>
    </dgm:pt>
    <dgm:pt modelId="{6B480837-5974-4A9C-8D35-6DA00802657F}" type="pres">
      <dgm:prSet presAssocID="{323EB76E-ACD3-4B16-A668-F1107825B35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004D321-A486-4D68-B650-63E69C170901}" type="presOf" srcId="{18D01781-DF66-49E3-8816-7C10DED9CDF7}" destId="{4F41DCBA-9802-47A6-B203-BE48CB05A3CB}" srcOrd="0" destOrd="0" presId="urn:microsoft.com/office/officeart/2005/8/layout/vList2"/>
    <dgm:cxn modelId="{AFFF0644-28B8-421F-A6D8-C4EA5C01CB10}" type="presOf" srcId="{B3B37CCF-1C99-4AF3-8A37-9E22E12B3238}" destId="{9E6D44FD-9470-42AE-BA6B-B53FDE2D29E3}" srcOrd="0" destOrd="0" presId="urn:microsoft.com/office/officeart/2005/8/layout/vList2"/>
    <dgm:cxn modelId="{9B582297-420A-427F-9CCB-7805ADCC9718}" type="presOf" srcId="{323EB76E-ACD3-4B16-A668-F1107825B35F}" destId="{6B480837-5974-4A9C-8D35-6DA00802657F}" srcOrd="0" destOrd="0" presId="urn:microsoft.com/office/officeart/2005/8/layout/vList2"/>
    <dgm:cxn modelId="{553933D6-DFFF-49AE-BDBC-F0ED4808499F}" srcId="{18D01781-DF66-49E3-8816-7C10DED9CDF7}" destId="{B3B37CCF-1C99-4AF3-8A37-9E22E12B3238}" srcOrd="0" destOrd="0" parTransId="{DD5FE22D-9108-473A-B8AD-C69E4EDE1F6E}" sibTransId="{37921669-F335-45FC-B344-6EE30B930F36}"/>
    <dgm:cxn modelId="{920EDEE5-7CEA-41C0-A5E0-D89D0F38377C}" srcId="{18D01781-DF66-49E3-8816-7C10DED9CDF7}" destId="{323EB76E-ACD3-4B16-A668-F1107825B35F}" srcOrd="1" destOrd="0" parTransId="{C6C694D0-E227-4EA3-85C8-65E1FC21754D}" sibTransId="{5CC575F5-81E8-4DD3-B981-A2DC8683ACCF}"/>
    <dgm:cxn modelId="{893195F2-B7E1-45B1-AD09-FEA93A254770}" type="presParOf" srcId="{4F41DCBA-9802-47A6-B203-BE48CB05A3CB}" destId="{9E6D44FD-9470-42AE-BA6B-B53FDE2D29E3}" srcOrd="0" destOrd="0" presId="urn:microsoft.com/office/officeart/2005/8/layout/vList2"/>
    <dgm:cxn modelId="{20D6C37E-FCC1-4612-8684-9C7EFFE46087}" type="presParOf" srcId="{4F41DCBA-9802-47A6-B203-BE48CB05A3CB}" destId="{8BED45D1-6A49-4240-8855-A9AA554D1546}" srcOrd="1" destOrd="0" presId="urn:microsoft.com/office/officeart/2005/8/layout/vList2"/>
    <dgm:cxn modelId="{D8833E21-A039-4428-AAB7-A2FBC5261C15}" type="presParOf" srcId="{4F41DCBA-9802-47A6-B203-BE48CB05A3CB}" destId="{6B480837-5974-4A9C-8D35-6DA00802657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4348C64-633F-42C1-9380-9AC73029981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0B3236C-7739-405E-9DFC-CBBC366090C3}">
      <dgm:prSet/>
      <dgm:spPr/>
      <dgm:t>
        <a:bodyPr/>
        <a:lstStyle/>
        <a:p>
          <a:r>
            <a:rPr lang="en-US"/>
            <a:t>Sosyal mühendislik testleri gerçekleştirmek için kullanılan bir çerçevedir. </a:t>
          </a:r>
        </a:p>
      </dgm:t>
    </dgm:pt>
    <dgm:pt modelId="{0EC9321B-3549-4C9C-8241-8886CE1A17C4}" type="parTrans" cxnId="{5C0251EE-42AB-484E-9EA4-7E25DF845CAF}">
      <dgm:prSet/>
      <dgm:spPr/>
      <dgm:t>
        <a:bodyPr/>
        <a:lstStyle/>
        <a:p>
          <a:endParaRPr lang="en-US"/>
        </a:p>
      </dgm:t>
    </dgm:pt>
    <dgm:pt modelId="{2FF47868-BC69-4D13-9C2E-08B903284FAC}" type="sibTrans" cxnId="{5C0251EE-42AB-484E-9EA4-7E25DF845CAF}">
      <dgm:prSet/>
      <dgm:spPr/>
      <dgm:t>
        <a:bodyPr/>
        <a:lstStyle/>
        <a:p>
          <a:endParaRPr lang="en-US"/>
        </a:p>
      </dgm:t>
    </dgm:pt>
    <dgm:pt modelId="{74CE2991-C001-44CD-A4D3-EA511DF6BFEA}">
      <dgm:prSet/>
      <dgm:spPr/>
      <dgm:t>
        <a:bodyPr/>
        <a:lstStyle/>
        <a:p>
          <a:r>
            <a:rPr lang="en-US"/>
            <a:t>Farklı sosyal mühendislik senaryolarını simüle eder.</a:t>
          </a:r>
        </a:p>
      </dgm:t>
    </dgm:pt>
    <dgm:pt modelId="{BE1DBC83-B48D-4118-ABBB-2CCA13D8BD74}" type="parTrans" cxnId="{7B541F4C-A181-400D-9683-8D01D144E97A}">
      <dgm:prSet/>
      <dgm:spPr/>
      <dgm:t>
        <a:bodyPr/>
        <a:lstStyle/>
        <a:p>
          <a:endParaRPr lang="en-US"/>
        </a:p>
      </dgm:t>
    </dgm:pt>
    <dgm:pt modelId="{F56F65C0-F18E-4D1A-8A3C-40ACEC16452C}" type="sibTrans" cxnId="{7B541F4C-A181-400D-9683-8D01D144E97A}">
      <dgm:prSet/>
      <dgm:spPr/>
      <dgm:t>
        <a:bodyPr/>
        <a:lstStyle/>
        <a:p>
          <a:endParaRPr lang="en-US"/>
        </a:p>
      </dgm:t>
    </dgm:pt>
    <dgm:pt modelId="{D6219F99-6113-4655-BEE2-8C7944AFFDA3}" type="pres">
      <dgm:prSet presAssocID="{B4348C64-633F-42C1-9380-9AC73029981D}" presName="vert0" presStyleCnt="0">
        <dgm:presLayoutVars>
          <dgm:dir/>
          <dgm:animOne val="branch"/>
          <dgm:animLvl val="lvl"/>
        </dgm:presLayoutVars>
      </dgm:prSet>
      <dgm:spPr/>
    </dgm:pt>
    <dgm:pt modelId="{882B068D-CC20-4BD5-B6C1-A6A8B74E52E3}" type="pres">
      <dgm:prSet presAssocID="{E0B3236C-7739-405E-9DFC-CBBC366090C3}" presName="thickLine" presStyleLbl="alignNode1" presStyleIdx="0" presStyleCnt="2"/>
      <dgm:spPr/>
    </dgm:pt>
    <dgm:pt modelId="{68078F98-A728-40C4-8A0C-9D8319DBDF4B}" type="pres">
      <dgm:prSet presAssocID="{E0B3236C-7739-405E-9DFC-CBBC366090C3}" presName="horz1" presStyleCnt="0"/>
      <dgm:spPr/>
    </dgm:pt>
    <dgm:pt modelId="{9849B5C6-D6EE-4B74-9E22-40C72943D1AF}" type="pres">
      <dgm:prSet presAssocID="{E0B3236C-7739-405E-9DFC-CBBC366090C3}" presName="tx1" presStyleLbl="revTx" presStyleIdx="0" presStyleCnt="2"/>
      <dgm:spPr/>
    </dgm:pt>
    <dgm:pt modelId="{345D1D77-66F3-4203-ABFA-217EE1B8EBCA}" type="pres">
      <dgm:prSet presAssocID="{E0B3236C-7739-405E-9DFC-CBBC366090C3}" presName="vert1" presStyleCnt="0"/>
      <dgm:spPr/>
    </dgm:pt>
    <dgm:pt modelId="{E2DD749A-B426-483D-AFF9-A28485485B70}" type="pres">
      <dgm:prSet presAssocID="{74CE2991-C001-44CD-A4D3-EA511DF6BFEA}" presName="thickLine" presStyleLbl="alignNode1" presStyleIdx="1" presStyleCnt="2"/>
      <dgm:spPr/>
    </dgm:pt>
    <dgm:pt modelId="{8F3D24B1-26A2-483F-A7E7-6A38C20ED3DB}" type="pres">
      <dgm:prSet presAssocID="{74CE2991-C001-44CD-A4D3-EA511DF6BFEA}" presName="horz1" presStyleCnt="0"/>
      <dgm:spPr/>
    </dgm:pt>
    <dgm:pt modelId="{3CDC8FD4-8882-4D7E-89DB-8A385E91F34E}" type="pres">
      <dgm:prSet presAssocID="{74CE2991-C001-44CD-A4D3-EA511DF6BFEA}" presName="tx1" presStyleLbl="revTx" presStyleIdx="1" presStyleCnt="2"/>
      <dgm:spPr/>
    </dgm:pt>
    <dgm:pt modelId="{0F52920A-6388-422B-B79D-6C0044C109ED}" type="pres">
      <dgm:prSet presAssocID="{74CE2991-C001-44CD-A4D3-EA511DF6BFEA}" presName="vert1" presStyleCnt="0"/>
      <dgm:spPr/>
    </dgm:pt>
  </dgm:ptLst>
  <dgm:cxnLst>
    <dgm:cxn modelId="{D6F94D4A-52BE-4A28-B962-87091594AF7D}" type="presOf" srcId="{B4348C64-633F-42C1-9380-9AC73029981D}" destId="{D6219F99-6113-4655-BEE2-8C7944AFFDA3}" srcOrd="0" destOrd="0" presId="urn:microsoft.com/office/officeart/2008/layout/LinedList"/>
    <dgm:cxn modelId="{7B541F4C-A181-400D-9683-8D01D144E97A}" srcId="{B4348C64-633F-42C1-9380-9AC73029981D}" destId="{74CE2991-C001-44CD-A4D3-EA511DF6BFEA}" srcOrd="1" destOrd="0" parTransId="{BE1DBC83-B48D-4118-ABBB-2CCA13D8BD74}" sibTransId="{F56F65C0-F18E-4D1A-8A3C-40ACEC16452C}"/>
    <dgm:cxn modelId="{F4B75450-D187-4AD0-A611-C9E0A4E217C0}" type="presOf" srcId="{74CE2991-C001-44CD-A4D3-EA511DF6BFEA}" destId="{3CDC8FD4-8882-4D7E-89DB-8A385E91F34E}" srcOrd="0" destOrd="0" presId="urn:microsoft.com/office/officeart/2008/layout/LinedList"/>
    <dgm:cxn modelId="{20D4CDEA-8370-4F54-A4CD-EA10798B85AB}" type="presOf" srcId="{E0B3236C-7739-405E-9DFC-CBBC366090C3}" destId="{9849B5C6-D6EE-4B74-9E22-40C72943D1AF}" srcOrd="0" destOrd="0" presId="urn:microsoft.com/office/officeart/2008/layout/LinedList"/>
    <dgm:cxn modelId="{5C0251EE-42AB-484E-9EA4-7E25DF845CAF}" srcId="{B4348C64-633F-42C1-9380-9AC73029981D}" destId="{E0B3236C-7739-405E-9DFC-CBBC366090C3}" srcOrd="0" destOrd="0" parTransId="{0EC9321B-3549-4C9C-8241-8886CE1A17C4}" sibTransId="{2FF47868-BC69-4D13-9C2E-08B903284FAC}"/>
    <dgm:cxn modelId="{EE55B5A7-972E-405A-926C-511245F60967}" type="presParOf" srcId="{D6219F99-6113-4655-BEE2-8C7944AFFDA3}" destId="{882B068D-CC20-4BD5-B6C1-A6A8B74E52E3}" srcOrd="0" destOrd="0" presId="urn:microsoft.com/office/officeart/2008/layout/LinedList"/>
    <dgm:cxn modelId="{5899A71A-6A37-4DFD-B6F9-BF0D28C05E9E}" type="presParOf" srcId="{D6219F99-6113-4655-BEE2-8C7944AFFDA3}" destId="{68078F98-A728-40C4-8A0C-9D8319DBDF4B}" srcOrd="1" destOrd="0" presId="urn:microsoft.com/office/officeart/2008/layout/LinedList"/>
    <dgm:cxn modelId="{1E8BBB4D-F121-41CF-82CA-939D06446BEE}" type="presParOf" srcId="{68078F98-A728-40C4-8A0C-9D8319DBDF4B}" destId="{9849B5C6-D6EE-4B74-9E22-40C72943D1AF}" srcOrd="0" destOrd="0" presId="urn:microsoft.com/office/officeart/2008/layout/LinedList"/>
    <dgm:cxn modelId="{DFE6EDF0-EBAA-4F5B-8AE9-14336CA1A660}" type="presParOf" srcId="{68078F98-A728-40C4-8A0C-9D8319DBDF4B}" destId="{345D1D77-66F3-4203-ABFA-217EE1B8EBCA}" srcOrd="1" destOrd="0" presId="urn:microsoft.com/office/officeart/2008/layout/LinedList"/>
    <dgm:cxn modelId="{69A86B44-6069-40F5-8F28-0292A5670AE9}" type="presParOf" srcId="{D6219F99-6113-4655-BEE2-8C7944AFFDA3}" destId="{E2DD749A-B426-483D-AFF9-A28485485B70}" srcOrd="2" destOrd="0" presId="urn:microsoft.com/office/officeart/2008/layout/LinedList"/>
    <dgm:cxn modelId="{FF5C4873-E97E-49BF-9A79-F7942D2553A3}" type="presParOf" srcId="{D6219F99-6113-4655-BEE2-8C7944AFFDA3}" destId="{8F3D24B1-26A2-483F-A7E7-6A38C20ED3DB}" srcOrd="3" destOrd="0" presId="urn:microsoft.com/office/officeart/2008/layout/LinedList"/>
    <dgm:cxn modelId="{F586623E-A79F-4F90-A407-61A7407C2355}" type="presParOf" srcId="{8F3D24B1-26A2-483F-A7E7-6A38C20ED3DB}" destId="{3CDC8FD4-8882-4D7E-89DB-8A385E91F34E}" srcOrd="0" destOrd="0" presId="urn:microsoft.com/office/officeart/2008/layout/LinedList"/>
    <dgm:cxn modelId="{DA66DC0F-6F66-4207-9084-BED27D569A93}" type="presParOf" srcId="{8F3D24B1-26A2-483F-A7E7-6A38C20ED3DB}" destId="{0F52920A-6388-422B-B79D-6C0044C109E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C5F9247-6F61-4EA3-B694-4C54A09CBE7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3E6881-58DB-452D-823F-D91F86072AD2}">
      <dgm:prSet/>
      <dgm:spPr/>
      <dgm:t>
        <a:bodyPr/>
        <a:lstStyle/>
        <a:p>
          <a:r>
            <a:rPr lang="en-US"/>
            <a:t>Faraday, güvenlik testleri sırasında bilgi toplamak ve analiz etmek için kullanılan bir entegre platformdur. </a:t>
          </a:r>
        </a:p>
      </dgm:t>
    </dgm:pt>
    <dgm:pt modelId="{C5129715-C35B-4411-851D-EC3B7D3E851F}" type="parTrans" cxnId="{DA67083A-8E83-47D6-9190-2CB94A3DBBE4}">
      <dgm:prSet/>
      <dgm:spPr/>
      <dgm:t>
        <a:bodyPr/>
        <a:lstStyle/>
        <a:p>
          <a:endParaRPr lang="en-US"/>
        </a:p>
      </dgm:t>
    </dgm:pt>
    <dgm:pt modelId="{DCE2CBD3-3095-452D-A8AE-79DF59636DA6}" type="sibTrans" cxnId="{DA67083A-8E83-47D6-9190-2CB94A3DBBE4}">
      <dgm:prSet/>
      <dgm:spPr/>
      <dgm:t>
        <a:bodyPr/>
        <a:lstStyle/>
        <a:p>
          <a:endParaRPr lang="en-US"/>
        </a:p>
      </dgm:t>
    </dgm:pt>
    <dgm:pt modelId="{9710A951-981B-4DA4-AB99-059930DD35BB}">
      <dgm:prSet/>
      <dgm:spPr/>
      <dgm:t>
        <a:bodyPr/>
        <a:lstStyle/>
        <a:p>
          <a:r>
            <a:rPr lang="en-US"/>
            <a:t>Kullanıcıların zayıflıkları ve açıkları sistematik olarak yönetmelerine yardımcı olur.</a:t>
          </a:r>
        </a:p>
      </dgm:t>
    </dgm:pt>
    <dgm:pt modelId="{79E970FB-3FD4-4E32-8504-0E53E53F1A4B}" type="parTrans" cxnId="{2CD71622-0852-4D20-87F0-2CDFD87C049A}">
      <dgm:prSet/>
      <dgm:spPr/>
      <dgm:t>
        <a:bodyPr/>
        <a:lstStyle/>
        <a:p>
          <a:endParaRPr lang="en-US"/>
        </a:p>
      </dgm:t>
    </dgm:pt>
    <dgm:pt modelId="{101B6E20-8143-4877-9695-86646818A536}" type="sibTrans" cxnId="{2CD71622-0852-4D20-87F0-2CDFD87C049A}">
      <dgm:prSet/>
      <dgm:spPr/>
      <dgm:t>
        <a:bodyPr/>
        <a:lstStyle/>
        <a:p>
          <a:endParaRPr lang="en-US"/>
        </a:p>
      </dgm:t>
    </dgm:pt>
    <dgm:pt modelId="{3E15BC08-F5F9-44BA-959F-7D3DDF63283A}" type="pres">
      <dgm:prSet presAssocID="{2C5F9247-6F61-4EA3-B694-4C54A09CBE75}" presName="linear" presStyleCnt="0">
        <dgm:presLayoutVars>
          <dgm:animLvl val="lvl"/>
          <dgm:resizeHandles val="exact"/>
        </dgm:presLayoutVars>
      </dgm:prSet>
      <dgm:spPr/>
    </dgm:pt>
    <dgm:pt modelId="{9F0370E5-12AF-453E-AD32-A8A5DF5A2456}" type="pres">
      <dgm:prSet presAssocID="{583E6881-58DB-452D-823F-D91F86072A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B967A1B-C990-4846-95FC-B845D583330A}" type="pres">
      <dgm:prSet presAssocID="{DCE2CBD3-3095-452D-A8AE-79DF59636DA6}" presName="spacer" presStyleCnt="0"/>
      <dgm:spPr/>
    </dgm:pt>
    <dgm:pt modelId="{E6770D4D-8288-4765-8944-3052195E2419}" type="pres">
      <dgm:prSet presAssocID="{9710A951-981B-4DA4-AB99-059930DD35B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D71622-0852-4D20-87F0-2CDFD87C049A}" srcId="{2C5F9247-6F61-4EA3-B694-4C54A09CBE75}" destId="{9710A951-981B-4DA4-AB99-059930DD35BB}" srcOrd="1" destOrd="0" parTransId="{79E970FB-3FD4-4E32-8504-0E53E53F1A4B}" sibTransId="{101B6E20-8143-4877-9695-86646818A536}"/>
    <dgm:cxn modelId="{E164902C-1276-4F58-905E-0DA9BDFD8DE7}" type="presOf" srcId="{2C5F9247-6F61-4EA3-B694-4C54A09CBE75}" destId="{3E15BC08-F5F9-44BA-959F-7D3DDF63283A}" srcOrd="0" destOrd="0" presId="urn:microsoft.com/office/officeart/2005/8/layout/vList2"/>
    <dgm:cxn modelId="{DA67083A-8E83-47D6-9190-2CB94A3DBBE4}" srcId="{2C5F9247-6F61-4EA3-B694-4C54A09CBE75}" destId="{583E6881-58DB-452D-823F-D91F86072AD2}" srcOrd="0" destOrd="0" parTransId="{C5129715-C35B-4411-851D-EC3B7D3E851F}" sibTransId="{DCE2CBD3-3095-452D-A8AE-79DF59636DA6}"/>
    <dgm:cxn modelId="{DBF67E5A-B215-4893-9DF1-9B258004BFD9}" type="presOf" srcId="{583E6881-58DB-452D-823F-D91F86072AD2}" destId="{9F0370E5-12AF-453E-AD32-A8A5DF5A2456}" srcOrd="0" destOrd="0" presId="urn:microsoft.com/office/officeart/2005/8/layout/vList2"/>
    <dgm:cxn modelId="{060F379E-8AAA-41B7-93A5-B7110F6D2036}" type="presOf" srcId="{9710A951-981B-4DA4-AB99-059930DD35BB}" destId="{E6770D4D-8288-4765-8944-3052195E2419}" srcOrd="0" destOrd="0" presId="urn:microsoft.com/office/officeart/2005/8/layout/vList2"/>
    <dgm:cxn modelId="{C5A1E887-08B7-49FD-9C62-DB253CF736D1}" type="presParOf" srcId="{3E15BC08-F5F9-44BA-959F-7D3DDF63283A}" destId="{9F0370E5-12AF-453E-AD32-A8A5DF5A2456}" srcOrd="0" destOrd="0" presId="urn:microsoft.com/office/officeart/2005/8/layout/vList2"/>
    <dgm:cxn modelId="{5A029394-8029-457D-B3F0-BFC639F400C0}" type="presParOf" srcId="{3E15BC08-F5F9-44BA-959F-7D3DDF63283A}" destId="{8B967A1B-C990-4846-95FC-B845D583330A}" srcOrd="1" destOrd="0" presId="urn:microsoft.com/office/officeart/2005/8/layout/vList2"/>
    <dgm:cxn modelId="{AC961506-03B4-4D37-AA2B-39DF924F7735}" type="presParOf" srcId="{3E15BC08-F5F9-44BA-959F-7D3DDF63283A}" destId="{E6770D4D-8288-4765-8944-3052195E241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70346A7-725B-4F7A-9140-B0C86AFF5247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F042DB9-651D-4425-9079-C83C2886D9BA}">
      <dgm:prSet/>
      <dgm:spPr/>
      <dgm:t>
        <a:bodyPr/>
        <a:lstStyle/>
        <a:p>
          <a:r>
            <a:rPr lang="en-US"/>
            <a:t>Armitage, Metasploit çerçevesi ile entegre çalışan bir GUI (grafik kullanıcı arayüzü) aracıdır. </a:t>
          </a:r>
        </a:p>
      </dgm:t>
    </dgm:pt>
    <dgm:pt modelId="{46CE6E67-2E87-41E9-8DAD-17DD266E541E}" type="parTrans" cxnId="{BF8D7F1B-8030-447A-A84C-41322DCE18BB}">
      <dgm:prSet/>
      <dgm:spPr/>
      <dgm:t>
        <a:bodyPr/>
        <a:lstStyle/>
        <a:p>
          <a:endParaRPr lang="en-US"/>
        </a:p>
      </dgm:t>
    </dgm:pt>
    <dgm:pt modelId="{3FE5D1A0-0FB1-4997-B8C5-1FC7E78F4F6F}" type="sibTrans" cxnId="{BF8D7F1B-8030-447A-A84C-41322DCE18BB}">
      <dgm:prSet/>
      <dgm:spPr/>
      <dgm:t>
        <a:bodyPr/>
        <a:lstStyle/>
        <a:p>
          <a:endParaRPr lang="en-US"/>
        </a:p>
      </dgm:t>
    </dgm:pt>
    <dgm:pt modelId="{57E333C6-2371-4C7E-9CFA-4199225D3468}">
      <dgm:prSet/>
      <dgm:spPr/>
      <dgm:t>
        <a:bodyPr/>
        <a:lstStyle/>
        <a:p>
          <a:r>
            <a:rPr lang="en-US"/>
            <a:t>Kullanıcıların güvenlik testlerini daha görsel bir şekilde gerçekleştirmesine olanak tanır.</a:t>
          </a:r>
        </a:p>
      </dgm:t>
    </dgm:pt>
    <dgm:pt modelId="{F0FF2E7A-F0DA-47CE-84DC-CAD3F1FA82A6}" type="parTrans" cxnId="{46BA65F7-C8D7-4FF8-8FB3-64A22785444C}">
      <dgm:prSet/>
      <dgm:spPr/>
      <dgm:t>
        <a:bodyPr/>
        <a:lstStyle/>
        <a:p>
          <a:endParaRPr lang="en-US"/>
        </a:p>
      </dgm:t>
    </dgm:pt>
    <dgm:pt modelId="{F32B1163-2E6F-4996-BC69-71832A3D4299}" type="sibTrans" cxnId="{46BA65F7-C8D7-4FF8-8FB3-64A22785444C}">
      <dgm:prSet/>
      <dgm:spPr/>
      <dgm:t>
        <a:bodyPr/>
        <a:lstStyle/>
        <a:p>
          <a:endParaRPr lang="en-US"/>
        </a:p>
      </dgm:t>
    </dgm:pt>
    <dgm:pt modelId="{AF797A43-484F-4F48-90DD-F1C3ACD41CA3}" type="pres">
      <dgm:prSet presAssocID="{A70346A7-725B-4F7A-9140-B0C86AFF5247}" presName="diagram" presStyleCnt="0">
        <dgm:presLayoutVars>
          <dgm:dir/>
          <dgm:resizeHandles val="exact"/>
        </dgm:presLayoutVars>
      </dgm:prSet>
      <dgm:spPr/>
    </dgm:pt>
    <dgm:pt modelId="{F1DACA29-CA4C-4547-BD1D-C80EDE9B51E7}" type="pres">
      <dgm:prSet presAssocID="{FF042DB9-651D-4425-9079-C83C2886D9BA}" presName="node" presStyleLbl="node1" presStyleIdx="0" presStyleCnt="2">
        <dgm:presLayoutVars>
          <dgm:bulletEnabled val="1"/>
        </dgm:presLayoutVars>
      </dgm:prSet>
      <dgm:spPr/>
    </dgm:pt>
    <dgm:pt modelId="{230D8E31-9895-48FB-AF3E-DB44AFDAC281}" type="pres">
      <dgm:prSet presAssocID="{3FE5D1A0-0FB1-4997-B8C5-1FC7E78F4F6F}" presName="sibTrans" presStyleCnt="0"/>
      <dgm:spPr/>
    </dgm:pt>
    <dgm:pt modelId="{48C49592-A7A8-488D-A548-B9C1ED7A68AF}" type="pres">
      <dgm:prSet presAssocID="{57E333C6-2371-4C7E-9CFA-4199225D3468}" presName="node" presStyleLbl="node1" presStyleIdx="1" presStyleCnt="2">
        <dgm:presLayoutVars>
          <dgm:bulletEnabled val="1"/>
        </dgm:presLayoutVars>
      </dgm:prSet>
      <dgm:spPr/>
    </dgm:pt>
  </dgm:ptLst>
  <dgm:cxnLst>
    <dgm:cxn modelId="{550C6405-EB32-4CE9-8DC8-BD473A126FCE}" type="presOf" srcId="{57E333C6-2371-4C7E-9CFA-4199225D3468}" destId="{48C49592-A7A8-488D-A548-B9C1ED7A68AF}" srcOrd="0" destOrd="0" presId="urn:microsoft.com/office/officeart/2005/8/layout/default"/>
    <dgm:cxn modelId="{BF8D7F1B-8030-447A-A84C-41322DCE18BB}" srcId="{A70346A7-725B-4F7A-9140-B0C86AFF5247}" destId="{FF042DB9-651D-4425-9079-C83C2886D9BA}" srcOrd="0" destOrd="0" parTransId="{46CE6E67-2E87-41E9-8DAD-17DD266E541E}" sibTransId="{3FE5D1A0-0FB1-4997-B8C5-1FC7E78F4F6F}"/>
    <dgm:cxn modelId="{AEBABF1C-BF0C-4CA8-82AE-97D56A937053}" type="presOf" srcId="{A70346A7-725B-4F7A-9140-B0C86AFF5247}" destId="{AF797A43-484F-4F48-90DD-F1C3ACD41CA3}" srcOrd="0" destOrd="0" presId="urn:microsoft.com/office/officeart/2005/8/layout/default"/>
    <dgm:cxn modelId="{89685773-6BB0-4D1F-9600-B30DC86D93C0}" type="presOf" srcId="{FF042DB9-651D-4425-9079-C83C2886D9BA}" destId="{F1DACA29-CA4C-4547-BD1D-C80EDE9B51E7}" srcOrd="0" destOrd="0" presId="urn:microsoft.com/office/officeart/2005/8/layout/default"/>
    <dgm:cxn modelId="{46BA65F7-C8D7-4FF8-8FB3-64A22785444C}" srcId="{A70346A7-725B-4F7A-9140-B0C86AFF5247}" destId="{57E333C6-2371-4C7E-9CFA-4199225D3468}" srcOrd="1" destOrd="0" parTransId="{F0FF2E7A-F0DA-47CE-84DC-CAD3F1FA82A6}" sibTransId="{F32B1163-2E6F-4996-BC69-71832A3D4299}"/>
    <dgm:cxn modelId="{4F24C12E-F7B6-4F93-8DAE-68FA73C85882}" type="presParOf" srcId="{AF797A43-484F-4F48-90DD-F1C3ACD41CA3}" destId="{F1DACA29-CA4C-4547-BD1D-C80EDE9B51E7}" srcOrd="0" destOrd="0" presId="urn:microsoft.com/office/officeart/2005/8/layout/default"/>
    <dgm:cxn modelId="{84280E09-8476-4B72-9F2C-DA00E542A7BD}" type="presParOf" srcId="{AF797A43-484F-4F48-90DD-F1C3ACD41CA3}" destId="{230D8E31-9895-48FB-AF3E-DB44AFDAC281}" srcOrd="1" destOrd="0" presId="urn:microsoft.com/office/officeart/2005/8/layout/default"/>
    <dgm:cxn modelId="{D872F757-18A8-4517-BC0D-66FB883BFEC8}" type="presParOf" srcId="{AF797A43-484F-4F48-90DD-F1C3ACD41CA3}" destId="{48C49592-A7A8-488D-A548-B9C1ED7A68A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0BD1EB8-7E98-473D-92E2-CA886B55C13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0BAFB2-3352-4841-ACBC-23E66948E318}">
      <dgm:prSet/>
      <dgm:spPr/>
      <dgm:t>
        <a:bodyPr/>
        <a:lstStyle/>
        <a:p>
          <a:r>
            <a:rPr lang="en-US"/>
            <a:t>Netcat, ağ bağlantılarını oluşturmak ve yönetmek için kullanılan bir araçtır. </a:t>
          </a:r>
        </a:p>
      </dgm:t>
    </dgm:pt>
    <dgm:pt modelId="{41B7DF1B-B480-4B96-95DA-1132145BC9DE}" type="parTrans" cxnId="{04825E84-B3A1-4B83-B0EF-36544A43C7AA}">
      <dgm:prSet/>
      <dgm:spPr/>
      <dgm:t>
        <a:bodyPr/>
        <a:lstStyle/>
        <a:p>
          <a:endParaRPr lang="en-US"/>
        </a:p>
      </dgm:t>
    </dgm:pt>
    <dgm:pt modelId="{AF82BA18-4FA6-4B85-A547-1474B5A7E0BD}" type="sibTrans" cxnId="{04825E84-B3A1-4B83-B0EF-36544A43C7AA}">
      <dgm:prSet/>
      <dgm:spPr/>
      <dgm:t>
        <a:bodyPr/>
        <a:lstStyle/>
        <a:p>
          <a:endParaRPr lang="en-US"/>
        </a:p>
      </dgm:t>
    </dgm:pt>
    <dgm:pt modelId="{3CCC5E62-A1F7-488F-9071-7D541870F88A}">
      <dgm:prSet/>
      <dgm:spPr/>
      <dgm:t>
        <a:bodyPr/>
        <a:lstStyle/>
        <a:p>
          <a:r>
            <a:rPr lang="en-US"/>
            <a:t>Veri transferi, port dinleme ve basit ağ testleri için kullanılır.</a:t>
          </a:r>
        </a:p>
      </dgm:t>
    </dgm:pt>
    <dgm:pt modelId="{8BDF2AB3-6E7E-475A-889E-CAF0D4A2B663}" type="parTrans" cxnId="{F5678432-0BA7-431E-9A51-7722BFD0CF2C}">
      <dgm:prSet/>
      <dgm:spPr/>
      <dgm:t>
        <a:bodyPr/>
        <a:lstStyle/>
        <a:p>
          <a:endParaRPr lang="en-US"/>
        </a:p>
      </dgm:t>
    </dgm:pt>
    <dgm:pt modelId="{7075964F-937C-4590-8EFF-CA13C90B9B50}" type="sibTrans" cxnId="{F5678432-0BA7-431E-9A51-7722BFD0CF2C}">
      <dgm:prSet/>
      <dgm:spPr/>
      <dgm:t>
        <a:bodyPr/>
        <a:lstStyle/>
        <a:p>
          <a:endParaRPr lang="en-US"/>
        </a:p>
      </dgm:t>
    </dgm:pt>
    <dgm:pt modelId="{1E3E5DE5-8E87-43DB-AABC-B9864E4D7524}" type="pres">
      <dgm:prSet presAssocID="{B0BD1EB8-7E98-473D-92E2-CA886B55C138}" presName="linear" presStyleCnt="0">
        <dgm:presLayoutVars>
          <dgm:animLvl val="lvl"/>
          <dgm:resizeHandles val="exact"/>
        </dgm:presLayoutVars>
      </dgm:prSet>
      <dgm:spPr/>
    </dgm:pt>
    <dgm:pt modelId="{4C4A3E09-F232-484A-927F-8DF82B39E015}" type="pres">
      <dgm:prSet presAssocID="{130BAFB2-3352-4841-ACBC-23E66948E31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ADED051-8F43-4F4C-95DD-F752366B1B59}" type="pres">
      <dgm:prSet presAssocID="{AF82BA18-4FA6-4B85-A547-1474B5A7E0BD}" presName="spacer" presStyleCnt="0"/>
      <dgm:spPr/>
    </dgm:pt>
    <dgm:pt modelId="{C893FDAA-D550-474B-ABAE-23F5BE8C194F}" type="pres">
      <dgm:prSet presAssocID="{3CCC5E62-A1F7-488F-9071-7D541870F88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A19712D-6381-451E-AE18-2DDBFB51AD77}" type="presOf" srcId="{130BAFB2-3352-4841-ACBC-23E66948E318}" destId="{4C4A3E09-F232-484A-927F-8DF82B39E015}" srcOrd="0" destOrd="0" presId="urn:microsoft.com/office/officeart/2005/8/layout/vList2"/>
    <dgm:cxn modelId="{538E3930-EBF8-426E-8F88-308CA34FF7E6}" type="presOf" srcId="{3CCC5E62-A1F7-488F-9071-7D541870F88A}" destId="{C893FDAA-D550-474B-ABAE-23F5BE8C194F}" srcOrd="0" destOrd="0" presId="urn:microsoft.com/office/officeart/2005/8/layout/vList2"/>
    <dgm:cxn modelId="{F5678432-0BA7-431E-9A51-7722BFD0CF2C}" srcId="{B0BD1EB8-7E98-473D-92E2-CA886B55C138}" destId="{3CCC5E62-A1F7-488F-9071-7D541870F88A}" srcOrd="1" destOrd="0" parTransId="{8BDF2AB3-6E7E-475A-889E-CAF0D4A2B663}" sibTransId="{7075964F-937C-4590-8EFF-CA13C90B9B50}"/>
    <dgm:cxn modelId="{04825E84-B3A1-4B83-B0EF-36544A43C7AA}" srcId="{B0BD1EB8-7E98-473D-92E2-CA886B55C138}" destId="{130BAFB2-3352-4841-ACBC-23E66948E318}" srcOrd="0" destOrd="0" parTransId="{41B7DF1B-B480-4B96-95DA-1132145BC9DE}" sibTransId="{AF82BA18-4FA6-4B85-A547-1474B5A7E0BD}"/>
    <dgm:cxn modelId="{FE59B7AF-1DBB-464C-B506-B14E82BDE078}" type="presOf" srcId="{B0BD1EB8-7E98-473D-92E2-CA886B55C138}" destId="{1E3E5DE5-8E87-43DB-AABC-B9864E4D7524}" srcOrd="0" destOrd="0" presId="urn:microsoft.com/office/officeart/2005/8/layout/vList2"/>
    <dgm:cxn modelId="{771F3D03-C4C4-4E55-9894-4E809E6C898D}" type="presParOf" srcId="{1E3E5DE5-8E87-43DB-AABC-B9864E4D7524}" destId="{4C4A3E09-F232-484A-927F-8DF82B39E015}" srcOrd="0" destOrd="0" presId="urn:microsoft.com/office/officeart/2005/8/layout/vList2"/>
    <dgm:cxn modelId="{6F48AC7C-F091-4964-B8A6-97B9CFA9B2BA}" type="presParOf" srcId="{1E3E5DE5-8E87-43DB-AABC-B9864E4D7524}" destId="{4ADED051-8F43-4F4C-95DD-F752366B1B59}" srcOrd="1" destOrd="0" presId="urn:microsoft.com/office/officeart/2005/8/layout/vList2"/>
    <dgm:cxn modelId="{0529E237-FB74-45B5-A2C5-4F732BE2A447}" type="presParOf" srcId="{1E3E5DE5-8E87-43DB-AABC-B9864E4D7524}" destId="{C893FDAA-D550-474B-ABAE-23F5BE8C194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D51C7A6-CA0D-4481-A63D-5CBEE00DB38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6A6756-C62C-42C5-B31E-51E93A834FB3}">
      <dgm:prSet/>
      <dgm:spPr/>
      <dgm:t>
        <a:bodyPr/>
        <a:lstStyle/>
        <a:p>
          <a:r>
            <a:rPr lang="en-US"/>
            <a:t>Tcpdump, ağ trafiğini yakalamak ve analiz etmek için kullanılan bir komut satırı aracıdır. </a:t>
          </a:r>
        </a:p>
      </dgm:t>
    </dgm:pt>
    <dgm:pt modelId="{3318E51B-229A-44CC-A206-278BC314608E}" type="parTrans" cxnId="{CDA65B64-ABFC-465F-B7D3-264AAFA822F0}">
      <dgm:prSet/>
      <dgm:spPr/>
      <dgm:t>
        <a:bodyPr/>
        <a:lstStyle/>
        <a:p>
          <a:endParaRPr lang="en-US"/>
        </a:p>
      </dgm:t>
    </dgm:pt>
    <dgm:pt modelId="{7C9D9D5C-F14B-4C3A-AFE1-53ED25284B42}" type="sibTrans" cxnId="{CDA65B64-ABFC-465F-B7D3-264AAFA822F0}">
      <dgm:prSet/>
      <dgm:spPr/>
      <dgm:t>
        <a:bodyPr/>
        <a:lstStyle/>
        <a:p>
          <a:endParaRPr lang="en-US"/>
        </a:p>
      </dgm:t>
    </dgm:pt>
    <dgm:pt modelId="{3868FF3A-DF14-4EFB-8FFC-A759E87DBEAC}">
      <dgm:prSet/>
      <dgm:spPr/>
      <dgm:t>
        <a:bodyPr/>
        <a:lstStyle/>
        <a:p>
          <a:r>
            <a:rPr lang="en-US"/>
            <a:t>Ağda olan veri paketlerini incelemek için oldukça etkilidir.</a:t>
          </a:r>
        </a:p>
      </dgm:t>
    </dgm:pt>
    <dgm:pt modelId="{56579538-7CD1-4F69-BEBA-012B7065043A}" type="parTrans" cxnId="{743EC805-69B7-4727-9BCE-42D437A57BD8}">
      <dgm:prSet/>
      <dgm:spPr/>
      <dgm:t>
        <a:bodyPr/>
        <a:lstStyle/>
        <a:p>
          <a:endParaRPr lang="en-US"/>
        </a:p>
      </dgm:t>
    </dgm:pt>
    <dgm:pt modelId="{8274851E-EDC9-47C4-9C39-7EA1197A8309}" type="sibTrans" cxnId="{743EC805-69B7-4727-9BCE-42D437A57BD8}">
      <dgm:prSet/>
      <dgm:spPr/>
      <dgm:t>
        <a:bodyPr/>
        <a:lstStyle/>
        <a:p>
          <a:endParaRPr lang="en-US"/>
        </a:p>
      </dgm:t>
    </dgm:pt>
    <dgm:pt modelId="{D0DDF163-C095-44D5-899A-19E16AEA53D7}" type="pres">
      <dgm:prSet presAssocID="{2D51C7A6-CA0D-4481-A63D-5CBEE00DB387}" presName="linear" presStyleCnt="0">
        <dgm:presLayoutVars>
          <dgm:animLvl val="lvl"/>
          <dgm:resizeHandles val="exact"/>
        </dgm:presLayoutVars>
      </dgm:prSet>
      <dgm:spPr/>
    </dgm:pt>
    <dgm:pt modelId="{A5A58431-141A-4364-B28E-AFA999880A93}" type="pres">
      <dgm:prSet presAssocID="{F36A6756-C62C-42C5-B31E-51E93A834FB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888B7B-7E67-4F3A-B040-C9AEC561FE88}" type="pres">
      <dgm:prSet presAssocID="{7C9D9D5C-F14B-4C3A-AFE1-53ED25284B42}" presName="spacer" presStyleCnt="0"/>
      <dgm:spPr/>
    </dgm:pt>
    <dgm:pt modelId="{91846325-EB96-4370-8EC9-11AE7F114544}" type="pres">
      <dgm:prSet presAssocID="{3868FF3A-DF14-4EFB-8FFC-A759E87DBEA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43EC805-69B7-4727-9BCE-42D437A57BD8}" srcId="{2D51C7A6-CA0D-4481-A63D-5CBEE00DB387}" destId="{3868FF3A-DF14-4EFB-8FFC-A759E87DBEAC}" srcOrd="1" destOrd="0" parTransId="{56579538-7CD1-4F69-BEBA-012B7065043A}" sibTransId="{8274851E-EDC9-47C4-9C39-7EA1197A8309}"/>
    <dgm:cxn modelId="{F2F7A324-0E6C-46A6-8522-02F534871F75}" type="presOf" srcId="{2D51C7A6-CA0D-4481-A63D-5CBEE00DB387}" destId="{D0DDF163-C095-44D5-899A-19E16AEA53D7}" srcOrd="0" destOrd="0" presId="urn:microsoft.com/office/officeart/2005/8/layout/vList2"/>
    <dgm:cxn modelId="{0D1B6B35-EC48-4657-8253-83E2F8717B9B}" type="presOf" srcId="{F36A6756-C62C-42C5-B31E-51E93A834FB3}" destId="{A5A58431-141A-4364-B28E-AFA999880A93}" srcOrd="0" destOrd="0" presId="urn:microsoft.com/office/officeart/2005/8/layout/vList2"/>
    <dgm:cxn modelId="{CDA65B64-ABFC-465F-B7D3-264AAFA822F0}" srcId="{2D51C7A6-CA0D-4481-A63D-5CBEE00DB387}" destId="{F36A6756-C62C-42C5-B31E-51E93A834FB3}" srcOrd="0" destOrd="0" parTransId="{3318E51B-229A-44CC-A206-278BC314608E}" sibTransId="{7C9D9D5C-F14B-4C3A-AFE1-53ED25284B42}"/>
    <dgm:cxn modelId="{32A1ED50-D5D1-4BBD-8F78-671EAC8FADB1}" type="presOf" srcId="{3868FF3A-DF14-4EFB-8FFC-A759E87DBEAC}" destId="{91846325-EB96-4370-8EC9-11AE7F114544}" srcOrd="0" destOrd="0" presId="urn:microsoft.com/office/officeart/2005/8/layout/vList2"/>
    <dgm:cxn modelId="{2F6A4837-FCA4-4CCC-AAAB-334C95137825}" type="presParOf" srcId="{D0DDF163-C095-44D5-899A-19E16AEA53D7}" destId="{A5A58431-141A-4364-B28E-AFA999880A93}" srcOrd="0" destOrd="0" presId="urn:microsoft.com/office/officeart/2005/8/layout/vList2"/>
    <dgm:cxn modelId="{1812959D-1C56-4369-8DAE-3D7255B58849}" type="presParOf" srcId="{D0DDF163-C095-44D5-899A-19E16AEA53D7}" destId="{B9888B7B-7E67-4F3A-B040-C9AEC561FE88}" srcOrd="1" destOrd="0" presId="urn:microsoft.com/office/officeart/2005/8/layout/vList2"/>
    <dgm:cxn modelId="{56313BB5-6A9B-4DF2-A820-C7C523B33621}" type="presParOf" srcId="{D0DDF163-C095-44D5-899A-19E16AEA53D7}" destId="{91846325-EB96-4370-8EC9-11AE7F1145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48202967-A31D-4FDB-9C22-F39D9AC9DFC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98C5D17-6B06-4E9D-B759-5C280B8653BD}">
      <dgm:prSet/>
      <dgm:spPr/>
      <dgm:t>
        <a:bodyPr/>
        <a:lstStyle/>
        <a:p>
          <a:r>
            <a:rPr lang="en-US"/>
            <a:t>Snort, gerçek zamanlı bir ağ saldırı tespit sistemidir. </a:t>
          </a:r>
        </a:p>
      </dgm:t>
    </dgm:pt>
    <dgm:pt modelId="{6B1A6EA3-D0F0-4864-80BE-E8406E133C7F}" type="parTrans" cxnId="{EEB0A63A-51D1-4D86-B3A4-474D73639D8B}">
      <dgm:prSet/>
      <dgm:spPr/>
      <dgm:t>
        <a:bodyPr/>
        <a:lstStyle/>
        <a:p>
          <a:endParaRPr lang="en-US"/>
        </a:p>
      </dgm:t>
    </dgm:pt>
    <dgm:pt modelId="{7F5134CA-F1B2-455E-A675-14F040D2019E}" type="sibTrans" cxnId="{EEB0A63A-51D1-4D86-B3A4-474D73639D8B}">
      <dgm:prSet/>
      <dgm:spPr/>
      <dgm:t>
        <a:bodyPr/>
        <a:lstStyle/>
        <a:p>
          <a:endParaRPr lang="en-US"/>
        </a:p>
      </dgm:t>
    </dgm:pt>
    <dgm:pt modelId="{122C1A74-7937-4FB2-AB5A-F63ABCE20A2A}">
      <dgm:prSet/>
      <dgm:spPr/>
      <dgm:t>
        <a:bodyPr/>
        <a:lstStyle/>
        <a:p>
          <a:r>
            <a:rPr lang="en-US"/>
            <a:t>Ağ trafiğini analiz ederek, şüpheli aktiviteleri belirler.</a:t>
          </a:r>
        </a:p>
      </dgm:t>
    </dgm:pt>
    <dgm:pt modelId="{84B05EE9-A0F4-44C8-93D9-54C8A611B3E5}" type="parTrans" cxnId="{A6B3923A-9F51-4711-A401-9A21FB45F5C1}">
      <dgm:prSet/>
      <dgm:spPr/>
      <dgm:t>
        <a:bodyPr/>
        <a:lstStyle/>
        <a:p>
          <a:endParaRPr lang="en-US"/>
        </a:p>
      </dgm:t>
    </dgm:pt>
    <dgm:pt modelId="{D2C5DC32-1754-401E-90F6-EF1931BEEE2C}" type="sibTrans" cxnId="{A6B3923A-9F51-4711-A401-9A21FB45F5C1}">
      <dgm:prSet/>
      <dgm:spPr/>
      <dgm:t>
        <a:bodyPr/>
        <a:lstStyle/>
        <a:p>
          <a:endParaRPr lang="en-US"/>
        </a:p>
      </dgm:t>
    </dgm:pt>
    <dgm:pt modelId="{31C7A89D-D64D-4AC4-BC96-80642B6A9ECB}" type="pres">
      <dgm:prSet presAssocID="{48202967-A31D-4FDB-9C22-F39D9AC9DFCC}" presName="linear" presStyleCnt="0">
        <dgm:presLayoutVars>
          <dgm:animLvl val="lvl"/>
          <dgm:resizeHandles val="exact"/>
        </dgm:presLayoutVars>
      </dgm:prSet>
      <dgm:spPr/>
    </dgm:pt>
    <dgm:pt modelId="{EFB35EDE-486F-4DDE-A45E-8702921AF799}" type="pres">
      <dgm:prSet presAssocID="{A98C5D17-6B06-4E9D-B759-5C280B8653B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6BD63DF-0A79-48A1-B05E-E3ADE10BF693}" type="pres">
      <dgm:prSet presAssocID="{7F5134CA-F1B2-455E-A675-14F040D2019E}" presName="spacer" presStyleCnt="0"/>
      <dgm:spPr/>
    </dgm:pt>
    <dgm:pt modelId="{459D096A-AFC1-4441-806E-4809F7CB0B71}" type="pres">
      <dgm:prSet presAssocID="{122C1A74-7937-4FB2-AB5A-F63ABCE20A2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33BFC0C-05BB-4F1F-80A0-7456E5D6F9D9}" type="presOf" srcId="{122C1A74-7937-4FB2-AB5A-F63ABCE20A2A}" destId="{459D096A-AFC1-4441-806E-4809F7CB0B71}" srcOrd="0" destOrd="0" presId="urn:microsoft.com/office/officeart/2005/8/layout/vList2"/>
    <dgm:cxn modelId="{5A512E25-68A7-493E-BCD0-98640CCD4AB1}" type="presOf" srcId="{48202967-A31D-4FDB-9C22-F39D9AC9DFCC}" destId="{31C7A89D-D64D-4AC4-BC96-80642B6A9ECB}" srcOrd="0" destOrd="0" presId="urn:microsoft.com/office/officeart/2005/8/layout/vList2"/>
    <dgm:cxn modelId="{A6B3923A-9F51-4711-A401-9A21FB45F5C1}" srcId="{48202967-A31D-4FDB-9C22-F39D9AC9DFCC}" destId="{122C1A74-7937-4FB2-AB5A-F63ABCE20A2A}" srcOrd="1" destOrd="0" parTransId="{84B05EE9-A0F4-44C8-93D9-54C8A611B3E5}" sibTransId="{D2C5DC32-1754-401E-90F6-EF1931BEEE2C}"/>
    <dgm:cxn modelId="{EEB0A63A-51D1-4D86-B3A4-474D73639D8B}" srcId="{48202967-A31D-4FDB-9C22-F39D9AC9DFCC}" destId="{A98C5D17-6B06-4E9D-B759-5C280B8653BD}" srcOrd="0" destOrd="0" parTransId="{6B1A6EA3-D0F0-4864-80BE-E8406E133C7F}" sibTransId="{7F5134CA-F1B2-455E-A675-14F040D2019E}"/>
    <dgm:cxn modelId="{D3DA2942-133C-45BD-8F70-A39A67B05C13}" type="presOf" srcId="{A98C5D17-6B06-4E9D-B759-5C280B8653BD}" destId="{EFB35EDE-486F-4DDE-A45E-8702921AF799}" srcOrd="0" destOrd="0" presId="urn:microsoft.com/office/officeart/2005/8/layout/vList2"/>
    <dgm:cxn modelId="{29898C34-F748-421F-8E58-886B6DFA5B73}" type="presParOf" srcId="{31C7A89D-D64D-4AC4-BC96-80642B6A9ECB}" destId="{EFB35EDE-486F-4DDE-A45E-8702921AF799}" srcOrd="0" destOrd="0" presId="urn:microsoft.com/office/officeart/2005/8/layout/vList2"/>
    <dgm:cxn modelId="{4CCB4EA3-7401-426F-9243-D06981D8F497}" type="presParOf" srcId="{31C7A89D-D64D-4AC4-BC96-80642B6A9ECB}" destId="{C6BD63DF-0A79-48A1-B05E-E3ADE10BF693}" srcOrd="1" destOrd="0" presId="urn:microsoft.com/office/officeart/2005/8/layout/vList2"/>
    <dgm:cxn modelId="{5D23D325-B6DC-4B8A-B610-16E46B34FE5A}" type="presParOf" srcId="{31C7A89D-D64D-4AC4-BC96-80642B6A9ECB}" destId="{459D096A-AFC1-4441-806E-4809F7CB0B7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1D0AEEA-0FBF-44A1-9494-8C61DE338B2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F3D550-7570-46C0-8478-6585CE89E82E}">
      <dgm:prSet/>
      <dgm:spPr/>
      <dgm:t>
        <a:bodyPr/>
        <a:lstStyle/>
        <a:p>
          <a:r>
            <a:rPr lang="en-US"/>
            <a:t>Arachni, web uygulamaları için bir güvenlik tarayıcısıdır. </a:t>
          </a:r>
        </a:p>
      </dgm:t>
    </dgm:pt>
    <dgm:pt modelId="{3ADD1D09-E3F0-4775-8E80-2B3522D22576}" type="parTrans" cxnId="{AF474B36-F447-4E65-A105-77D79C817BE7}">
      <dgm:prSet/>
      <dgm:spPr/>
      <dgm:t>
        <a:bodyPr/>
        <a:lstStyle/>
        <a:p>
          <a:endParaRPr lang="en-US"/>
        </a:p>
      </dgm:t>
    </dgm:pt>
    <dgm:pt modelId="{4E7A2058-8A01-443C-A74B-57D96E92BE49}" type="sibTrans" cxnId="{AF474B36-F447-4E65-A105-77D79C817BE7}">
      <dgm:prSet/>
      <dgm:spPr/>
      <dgm:t>
        <a:bodyPr/>
        <a:lstStyle/>
        <a:p>
          <a:endParaRPr lang="en-US"/>
        </a:p>
      </dgm:t>
    </dgm:pt>
    <dgm:pt modelId="{270EB2E9-8370-4D71-A293-6208DF4837BC}">
      <dgm:prSet/>
      <dgm:spPr/>
      <dgm:t>
        <a:bodyPr/>
        <a:lstStyle/>
        <a:p>
          <a:r>
            <a:rPr lang="en-US"/>
            <a:t>Otomatik olarak güvenlik açıklarını tarar ve raporlar.</a:t>
          </a:r>
        </a:p>
      </dgm:t>
    </dgm:pt>
    <dgm:pt modelId="{010C0E33-9833-49B3-8CEC-2A540F458138}" type="parTrans" cxnId="{CC9C94F2-E851-4D88-AB83-31D63A71CF01}">
      <dgm:prSet/>
      <dgm:spPr/>
      <dgm:t>
        <a:bodyPr/>
        <a:lstStyle/>
        <a:p>
          <a:endParaRPr lang="en-US"/>
        </a:p>
      </dgm:t>
    </dgm:pt>
    <dgm:pt modelId="{79F5CDA7-9826-48FF-8BF4-D68D5B598EC9}" type="sibTrans" cxnId="{CC9C94F2-E851-4D88-AB83-31D63A71CF01}">
      <dgm:prSet/>
      <dgm:spPr/>
      <dgm:t>
        <a:bodyPr/>
        <a:lstStyle/>
        <a:p>
          <a:endParaRPr lang="en-US"/>
        </a:p>
      </dgm:t>
    </dgm:pt>
    <dgm:pt modelId="{325D64A6-04C0-495C-827C-C44DB98BE7D6}" type="pres">
      <dgm:prSet presAssocID="{A1D0AEEA-0FBF-44A1-9494-8C61DE338B25}" presName="linear" presStyleCnt="0">
        <dgm:presLayoutVars>
          <dgm:animLvl val="lvl"/>
          <dgm:resizeHandles val="exact"/>
        </dgm:presLayoutVars>
      </dgm:prSet>
      <dgm:spPr/>
    </dgm:pt>
    <dgm:pt modelId="{EDB19E6A-AC58-4C6F-A876-B8DAD5ECE350}" type="pres">
      <dgm:prSet presAssocID="{08F3D550-7570-46C0-8478-6585CE89E82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437D1BA-0DE5-41A8-824C-F8B8A31C274C}" type="pres">
      <dgm:prSet presAssocID="{4E7A2058-8A01-443C-A74B-57D96E92BE49}" presName="spacer" presStyleCnt="0"/>
      <dgm:spPr/>
    </dgm:pt>
    <dgm:pt modelId="{8A7D6923-8FD5-4A40-BC6C-FE6B543DFBC1}" type="pres">
      <dgm:prSet presAssocID="{270EB2E9-8370-4D71-A293-6208DF4837B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F474B36-F447-4E65-A105-77D79C817BE7}" srcId="{A1D0AEEA-0FBF-44A1-9494-8C61DE338B25}" destId="{08F3D550-7570-46C0-8478-6585CE89E82E}" srcOrd="0" destOrd="0" parTransId="{3ADD1D09-E3F0-4775-8E80-2B3522D22576}" sibTransId="{4E7A2058-8A01-443C-A74B-57D96E92BE49}"/>
    <dgm:cxn modelId="{7D9A6645-03B1-403B-95A6-43A56611FBC5}" type="presOf" srcId="{270EB2E9-8370-4D71-A293-6208DF4837BC}" destId="{8A7D6923-8FD5-4A40-BC6C-FE6B543DFBC1}" srcOrd="0" destOrd="0" presId="urn:microsoft.com/office/officeart/2005/8/layout/vList2"/>
    <dgm:cxn modelId="{387B0988-F775-4018-B404-54C8346C6B39}" type="presOf" srcId="{A1D0AEEA-0FBF-44A1-9494-8C61DE338B25}" destId="{325D64A6-04C0-495C-827C-C44DB98BE7D6}" srcOrd="0" destOrd="0" presId="urn:microsoft.com/office/officeart/2005/8/layout/vList2"/>
    <dgm:cxn modelId="{7AE2098C-FB5E-402B-B6B5-248695890812}" type="presOf" srcId="{08F3D550-7570-46C0-8478-6585CE89E82E}" destId="{EDB19E6A-AC58-4C6F-A876-B8DAD5ECE350}" srcOrd="0" destOrd="0" presId="urn:microsoft.com/office/officeart/2005/8/layout/vList2"/>
    <dgm:cxn modelId="{CC9C94F2-E851-4D88-AB83-31D63A71CF01}" srcId="{A1D0AEEA-0FBF-44A1-9494-8C61DE338B25}" destId="{270EB2E9-8370-4D71-A293-6208DF4837BC}" srcOrd="1" destOrd="0" parTransId="{010C0E33-9833-49B3-8CEC-2A540F458138}" sibTransId="{79F5CDA7-9826-48FF-8BF4-D68D5B598EC9}"/>
    <dgm:cxn modelId="{6EC8A96E-0449-4D4F-B399-57C1C3DDB00F}" type="presParOf" srcId="{325D64A6-04C0-495C-827C-C44DB98BE7D6}" destId="{EDB19E6A-AC58-4C6F-A876-B8DAD5ECE350}" srcOrd="0" destOrd="0" presId="urn:microsoft.com/office/officeart/2005/8/layout/vList2"/>
    <dgm:cxn modelId="{09611553-9594-4A0A-B0C1-F1837ED05F76}" type="presParOf" srcId="{325D64A6-04C0-495C-827C-C44DB98BE7D6}" destId="{8437D1BA-0DE5-41A8-824C-F8B8A31C274C}" srcOrd="1" destOrd="0" presId="urn:microsoft.com/office/officeart/2005/8/layout/vList2"/>
    <dgm:cxn modelId="{0FF39F43-7E53-4733-AD01-A94E5D8CADBE}" type="presParOf" srcId="{325D64A6-04C0-495C-827C-C44DB98BE7D6}" destId="{8A7D6923-8FD5-4A40-BC6C-FE6B543DFBC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AE1E292-B403-4180-9A05-B00533F0D9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96267A-5EAC-47AE-B178-27B6BA520C03}">
      <dgm:prSet/>
      <dgm:spPr/>
      <dgm:t>
        <a:bodyPr/>
        <a:lstStyle/>
        <a:p>
          <a:r>
            <a:rPr lang="en-US"/>
            <a:t>Wifite, Wi-Fi şifrelerini kırmak için kullanılan bir araçtır. </a:t>
          </a:r>
        </a:p>
      </dgm:t>
    </dgm:pt>
    <dgm:pt modelId="{31A05329-EEE0-41DD-8133-6F15C4CA696A}" type="parTrans" cxnId="{09E9224E-E6AA-4676-B0C7-31A0233572F8}">
      <dgm:prSet/>
      <dgm:spPr/>
      <dgm:t>
        <a:bodyPr/>
        <a:lstStyle/>
        <a:p>
          <a:endParaRPr lang="en-US"/>
        </a:p>
      </dgm:t>
    </dgm:pt>
    <dgm:pt modelId="{F49994B3-D237-4C77-B25B-2220E0624496}" type="sibTrans" cxnId="{09E9224E-E6AA-4676-B0C7-31A0233572F8}">
      <dgm:prSet/>
      <dgm:spPr/>
      <dgm:t>
        <a:bodyPr/>
        <a:lstStyle/>
        <a:p>
          <a:endParaRPr lang="en-US"/>
        </a:p>
      </dgm:t>
    </dgm:pt>
    <dgm:pt modelId="{EC2869BB-5DD6-49C2-931D-37D049F1E977}">
      <dgm:prSet/>
      <dgm:spPr/>
      <dgm:t>
        <a:bodyPr/>
        <a:lstStyle/>
        <a:p>
          <a:r>
            <a:rPr lang="en-US"/>
            <a:t>WPA ve WPA2 protokollerine saldırarak ağ şifrelerini çözmeye yardımcı olur.</a:t>
          </a:r>
        </a:p>
      </dgm:t>
    </dgm:pt>
    <dgm:pt modelId="{478E45E3-BEE4-4E05-83DB-920BAFC1CF13}" type="parTrans" cxnId="{E6CCB93E-BD8B-44AD-A556-4BFB1183D170}">
      <dgm:prSet/>
      <dgm:spPr/>
      <dgm:t>
        <a:bodyPr/>
        <a:lstStyle/>
        <a:p>
          <a:endParaRPr lang="en-US"/>
        </a:p>
      </dgm:t>
    </dgm:pt>
    <dgm:pt modelId="{7A563250-30DA-44F5-A7AB-160802BC2ABF}" type="sibTrans" cxnId="{E6CCB93E-BD8B-44AD-A556-4BFB1183D170}">
      <dgm:prSet/>
      <dgm:spPr/>
      <dgm:t>
        <a:bodyPr/>
        <a:lstStyle/>
        <a:p>
          <a:endParaRPr lang="en-US"/>
        </a:p>
      </dgm:t>
    </dgm:pt>
    <dgm:pt modelId="{FC5D440E-F04A-4BF9-8181-59F7DA6FE31E}" type="pres">
      <dgm:prSet presAssocID="{CAE1E292-B403-4180-9A05-B00533F0D969}" presName="linear" presStyleCnt="0">
        <dgm:presLayoutVars>
          <dgm:animLvl val="lvl"/>
          <dgm:resizeHandles val="exact"/>
        </dgm:presLayoutVars>
      </dgm:prSet>
      <dgm:spPr/>
    </dgm:pt>
    <dgm:pt modelId="{60A83120-07B3-420C-B26F-1E18F0F0A9F2}" type="pres">
      <dgm:prSet presAssocID="{0996267A-5EAC-47AE-B178-27B6BA520C0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9ADD86-8871-4367-AAE8-DBED249A9B69}" type="pres">
      <dgm:prSet presAssocID="{F49994B3-D237-4C77-B25B-2220E0624496}" presName="spacer" presStyleCnt="0"/>
      <dgm:spPr/>
    </dgm:pt>
    <dgm:pt modelId="{025BE1C2-5394-425D-97A0-1C31787428FC}" type="pres">
      <dgm:prSet presAssocID="{EC2869BB-5DD6-49C2-931D-37D049F1E97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6CCB93E-BD8B-44AD-A556-4BFB1183D170}" srcId="{CAE1E292-B403-4180-9A05-B00533F0D969}" destId="{EC2869BB-5DD6-49C2-931D-37D049F1E977}" srcOrd="1" destOrd="0" parTransId="{478E45E3-BEE4-4E05-83DB-920BAFC1CF13}" sibTransId="{7A563250-30DA-44F5-A7AB-160802BC2ABF}"/>
    <dgm:cxn modelId="{0501DC4B-7DAD-4716-B742-E677669BDB4A}" type="presOf" srcId="{CAE1E292-B403-4180-9A05-B00533F0D969}" destId="{FC5D440E-F04A-4BF9-8181-59F7DA6FE31E}" srcOrd="0" destOrd="0" presId="urn:microsoft.com/office/officeart/2005/8/layout/vList2"/>
    <dgm:cxn modelId="{09E9224E-E6AA-4676-B0C7-31A0233572F8}" srcId="{CAE1E292-B403-4180-9A05-B00533F0D969}" destId="{0996267A-5EAC-47AE-B178-27B6BA520C03}" srcOrd="0" destOrd="0" parTransId="{31A05329-EEE0-41DD-8133-6F15C4CA696A}" sibTransId="{F49994B3-D237-4C77-B25B-2220E0624496}"/>
    <dgm:cxn modelId="{F1EDF990-8808-4B98-B581-6EE32C0BBAF0}" type="presOf" srcId="{0996267A-5EAC-47AE-B178-27B6BA520C03}" destId="{60A83120-07B3-420C-B26F-1E18F0F0A9F2}" srcOrd="0" destOrd="0" presId="urn:microsoft.com/office/officeart/2005/8/layout/vList2"/>
    <dgm:cxn modelId="{005E02F5-CBF3-4BA9-8BF2-215B4BC7C97A}" type="presOf" srcId="{EC2869BB-5DD6-49C2-931D-37D049F1E977}" destId="{025BE1C2-5394-425D-97A0-1C31787428FC}" srcOrd="0" destOrd="0" presId="urn:microsoft.com/office/officeart/2005/8/layout/vList2"/>
    <dgm:cxn modelId="{3756E1DB-A618-47BF-A83E-DD20CF0B9FF8}" type="presParOf" srcId="{FC5D440E-F04A-4BF9-8181-59F7DA6FE31E}" destId="{60A83120-07B3-420C-B26F-1E18F0F0A9F2}" srcOrd="0" destOrd="0" presId="urn:microsoft.com/office/officeart/2005/8/layout/vList2"/>
    <dgm:cxn modelId="{B607F937-641B-4FC5-9E6D-7D1990BDAF5D}" type="presParOf" srcId="{FC5D440E-F04A-4BF9-8181-59F7DA6FE31E}" destId="{AE9ADD86-8871-4367-AAE8-DBED249A9B69}" srcOrd="1" destOrd="0" presId="urn:microsoft.com/office/officeart/2005/8/layout/vList2"/>
    <dgm:cxn modelId="{D4EF77D5-E9B2-4D24-8C05-2E0372B0C61C}" type="presParOf" srcId="{FC5D440E-F04A-4BF9-8181-59F7DA6FE31E}" destId="{025BE1C2-5394-425D-97A0-1C31787428F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F1B89-DDDC-44D5-B4E2-66F0C59046D0}">
      <dsp:nvSpPr>
        <dsp:cNvPr id="0" name=""/>
        <dsp:cNvSpPr/>
      </dsp:nvSpPr>
      <dsp:spPr>
        <a:xfrm>
          <a:off x="0" y="292485"/>
          <a:ext cx="5175384" cy="15947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Nmap, ağ keşfi ve güvenlik denetimleri için kullanılan güçlü bir ağ tarayıcıdır. </a:t>
          </a:r>
        </a:p>
      </dsp:txBody>
      <dsp:txXfrm>
        <a:off x="77847" y="370332"/>
        <a:ext cx="5019690" cy="1439016"/>
      </dsp:txXfrm>
    </dsp:sp>
    <dsp:sp modelId="{0BFA2E30-7E97-41CC-AB5F-E96616CB51FC}">
      <dsp:nvSpPr>
        <dsp:cNvPr id="0" name=""/>
        <dsp:cNvSpPr/>
      </dsp:nvSpPr>
      <dsp:spPr>
        <a:xfrm>
          <a:off x="0" y="1970715"/>
          <a:ext cx="5175384" cy="159471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Ağdaki hostları, işletim sistemlerini ve açık portları belirlemek için kullanılır. </a:t>
          </a:r>
        </a:p>
      </dsp:txBody>
      <dsp:txXfrm>
        <a:off x="77847" y="2048562"/>
        <a:ext cx="5019690" cy="1439016"/>
      </dsp:txXfrm>
    </dsp:sp>
    <dsp:sp modelId="{13E7767D-640E-47A3-B5F6-50D8DEE9F7CA}">
      <dsp:nvSpPr>
        <dsp:cNvPr id="0" name=""/>
        <dsp:cNvSpPr/>
      </dsp:nvSpPr>
      <dsp:spPr>
        <a:xfrm>
          <a:off x="0" y="3648945"/>
          <a:ext cx="5175384" cy="15947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Saldırganların ağ yapısını anlamalarına ve zayıf noktaları tespit etmelerine yardımcı olur.</a:t>
          </a:r>
        </a:p>
      </dsp:txBody>
      <dsp:txXfrm>
        <a:off x="77847" y="3726792"/>
        <a:ext cx="5019690" cy="14390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79EE8-FBE9-413E-A7FD-1EFE3B895AD1}">
      <dsp:nvSpPr>
        <dsp:cNvPr id="0" name=""/>
        <dsp:cNvSpPr/>
      </dsp:nvSpPr>
      <dsp:spPr>
        <a:xfrm>
          <a:off x="0" y="510960"/>
          <a:ext cx="5175384" cy="22124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Wireshark, ağ trafiğini gerçek zamanlı olarak analiz etmek için kullanılan bir protokol analizörüdür. </a:t>
          </a:r>
        </a:p>
      </dsp:txBody>
      <dsp:txXfrm>
        <a:off x="108004" y="618964"/>
        <a:ext cx="4959376" cy="1996462"/>
      </dsp:txXfrm>
    </dsp:sp>
    <dsp:sp modelId="{2524797D-2343-423E-A1F9-A6AA373F687C}">
      <dsp:nvSpPr>
        <dsp:cNvPr id="0" name=""/>
        <dsp:cNvSpPr/>
      </dsp:nvSpPr>
      <dsp:spPr>
        <a:xfrm>
          <a:off x="0" y="2812710"/>
          <a:ext cx="5175384" cy="22124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Kullanıcılar, veri paketlerini yakalayarak, ağ problemlerini teşhis edebilir ve güvenlik açıklarını tespit edebilir.</a:t>
          </a:r>
        </a:p>
      </dsp:txBody>
      <dsp:txXfrm>
        <a:off x="108004" y="2920714"/>
        <a:ext cx="4959376" cy="1996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FCB26-AD87-44B3-BB1C-DE0196E98F37}">
      <dsp:nvSpPr>
        <dsp:cNvPr id="0" name=""/>
        <dsp:cNvSpPr/>
      </dsp:nvSpPr>
      <dsp:spPr>
        <a:xfrm>
          <a:off x="0" y="207120"/>
          <a:ext cx="5175384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Metasploit, penetrasyon testleri yapmak için kullanılan en popüler araçlardan biridir. </a:t>
          </a:r>
        </a:p>
      </dsp:txBody>
      <dsp:txXfrm>
        <a:off x="80532" y="287652"/>
        <a:ext cx="5014320" cy="1488636"/>
      </dsp:txXfrm>
    </dsp:sp>
    <dsp:sp modelId="{5A3F532D-3579-4014-BBDD-BB954727CF8A}">
      <dsp:nvSpPr>
        <dsp:cNvPr id="0" name=""/>
        <dsp:cNvSpPr/>
      </dsp:nvSpPr>
      <dsp:spPr>
        <a:xfrm>
          <a:off x="0" y="1943220"/>
          <a:ext cx="5175384" cy="16497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Kullanıcılara, zayıflıklardan yararlanarak sistemlere erişim sağlamalarına olanak tanır. </a:t>
          </a:r>
        </a:p>
      </dsp:txBody>
      <dsp:txXfrm>
        <a:off x="80532" y="2023752"/>
        <a:ext cx="5014320" cy="1488636"/>
      </dsp:txXfrm>
    </dsp:sp>
    <dsp:sp modelId="{C4404945-098A-455C-BC14-5AB8071943D7}">
      <dsp:nvSpPr>
        <dsp:cNvPr id="0" name=""/>
        <dsp:cNvSpPr/>
      </dsp:nvSpPr>
      <dsp:spPr>
        <a:xfrm>
          <a:off x="0" y="3679320"/>
          <a:ext cx="5175384" cy="16497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Ayrıca, eğitim ve araştırma amacıyla da kullanılır.</a:t>
          </a:r>
        </a:p>
      </dsp:txBody>
      <dsp:txXfrm>
        <a:off x="80532" y="3759852"/>
        <a:ext cx="5014320" cy="14886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79E3F-EC48-43D0-9156-5937F878F412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E215-3E35-4978-8B28-12B7F87246C3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Burp Suite, web uygulamalarının güvenlik testleri için tasarlanmış entegre bir platformdur. </a:t>
          </a:r>
        </a:p>
      </dsp:txBody>
      <dsp:txXfrm>
        <a:off x="0" y="2703"/>
        <a:ext cx="5175384" cy="1843578"/>
      </dsp:txXfrm>
    </dsp:sp>
    <dsp:sp modelId="{73BEFF44-583F-4213-A1F8-C77BD079128C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A2A6B-7C62-4854-A579-2C686F0C4D95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Web trafiğini yakalayıp analiz ederek güvenlik açıklarını tespit etmeye yardımcı olur. </a:t>
          </a:r>
        </a:p>
      </dsp:txBody>
      <dsp:txXfrm>
        <a:off x="0" y="1846281"/>
        <a:ext cx="5175384" cy="1843578"/>
      </dsp:txXfrm>
    </dsp:sp>
    <dsp:sp modelId="{F33300B5-2A85-4E91-B46A-6F3EE6F7288E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05A2C-1009-44E7-9F39-06DACB84965B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Geliştiricilerin ve güvenlik uzmanlarının sıklıkla kullandığı bir araçtır.</a:t>
          </a:r>
        </a:p>
      </dsp:txBody>
      <dsp:txXfrm>
        <a:off x="0" y="3689859"/>
        <a:ext cx="5175384" cy="18435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E7C1C-559F-4AB5-8589-5309F1E0F6CA}">
      <dsp:nvSpPr>
        <dsp:cNvPr id="0" name=""/>
        <dsp:cNvSpPr/>
      </dsp:nvSpPr>
      <dsp:spPr>
        <a:xfrm>
          <a:off x="0" y="207120"/>
          <a:ext cx="5175384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Aircrack-ng, Wi-Fi ağlarının güvenliğini test etmek için kullanılan bir araçlar setidir. </a:t>
          </a:r>
        </a:p>
      </dsp:txBody>
      <dsp:txXfrm>
        <a:off x="80532" y="287652"/>
        <a:ext cx="5014320" cy="1488636"/>
      </dsp:txXfrm>
    </dsp:sp>
    <dsp:sp modelId="{4611B88D-B24C-4C71-B719-AE26D1348320}">
      <dsp:nvSpPr>
        <dsp:cNvPr id="0" name=""/>
        <dsp:cNvSpPr/>
      </dsp:nvSpPr>
      <dsp:spPr>
        <a:xfrm>
          <a:off x="0" y="1943220"/>
          <a:ext cx="5175384" cy="16497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WEP ve WPA/WPA2 şifrelerini kırmak için kullanılır. </a:t>
          </a:r>
        </a:p>
      </dsp:txBody>
      <dsp:txXfrm>
        <a:off x="80532" y="2023752"/>
        <a:ext cx="5014320" cy="1488636"/>
      </dsp:txXfrm>
    </dsp:sp>
    <dsp:sp modelId="{3509ACCD-177B-403B-B9B4-D1C2752409C6}">
      <dsp:nvSpPr>
        <dsp:cNvPr id="0" name=""/>
        <dsp:cNvSpPr/>
      </dsp:nvSpPr>
      <dsp:spPr>
        <a:xfrm>
          <a:off x="0" y="3679320"/>
          <a:ext cx="5175384" cy="16497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Paket yakalama ve analiz ile birlikte çalışarak, ağın güvenlik seviyesini değerlendirir.</a:t>
          </a:r>
        </a:p>
      </dsp:txBody>
      <dsp:txXfrm>
        <a:off x="80532" y="3759852"/>
        <a:ext cx="5014320" cy="14886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D4441-675A-4D96-97C8-7B937006C5E6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John the Ripper, hızlı ve verimli bir şifre kırma aracıdır. </a:t>
          </a:r>
        </a:p>
      </dsp:txBody>
      <dsp:txXfrm>
        <a:off x="85900" y="122290"/>
        <a:ext cx="5003584" cy="1587880"/>
      </dsp:txXfrm>
    </dsp:sp>
    <dsp:sp modelId="{904857A3-4E37-4656-B51B-4C24E407D33A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Çeşitli şifreleme formatlarını destekleyerek, zayıf şifreleri tespit eder. </a:t>
          </a:r>
        </a:p>
      </dsp:txBody>
      <dsp:txXfrm>
        <a:off x="85900" y="1974130"/>
        <a:ext cx="5003584" cy="1587880"/>
      </dsp:txXfrm>
    </dsp:sp>
    <dsp:sp modelId="{C22BFE96-E5BB-4623-A27B-4E32957ED600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Hackerlar tarafından yaygın olarak kullanılır.</a:t>
          </a:r>
        </a:p>
      </dsp:txBody>
      <dsp:txXfrm>
        <a:off x="85900" y="3825970"/>
        <a:ext cx="5003584" cy="15878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BE029-A9E4-4915-B3EB-2D8B45076661}">
      <dsp:nvSpPr>
        <dsp:cNvPr id="0" name=""/>
        <dsp:cNvSpPr/>
      </dsp:nvSpPr>
      <dsp:spPr>
        <a:xfrm>
          <a:off x="595167" y="675"/>
          <a:ext cx="3985048" cy="22139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SQLMap, SQL enjeksiyonu zayıflıklarını tespit etme ve istismar etme sürecini otomatikleştiren bir araçtır. </a:t>
          </a:r>
        </a:p>
      </dsp:txBody>
      <dsp:txXfrm>
        <a:off x="660010" y="65518"/>
        <a:ext cx="3855362" cy="2084229"/>
      </dsp:txXfrm>
    </dsp:sp>
    <dsp:sp modelId="{3D975726-2065-4095-AD49-3B4670CB163B}">
      <dsp:nvSpPr>
        <dsp:cNvPr id="0" name=""/>
        <dsp:cNvSpPr/>
      </dsp:nvSpPr>
      <dsp:spPr>
        <a:xfrm rot="5400000">
          <a:off x="2172582" y="2269939"/>
          <a:ext cx="830218" cy="996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-5400000">
        <a:off x="2288813" y="2352961"/>
        <a:ext cx="597758" cy="581153"/>
      </dsp:txXfrm>
    </dsp:sp>
    <dsp:sp modelId="{02564762-DF1B-402B-87FF-0D55803C35B7}">
      <dsp:nvSpPr>
        <dsp:cNvPr id="0" name=""/>
        <dsp:cNvSpPr/>
      </dsp:nvSpPr>
      <dsp:spPr>
        <a:xfrm>
          <a:off x="595167" y="3321549"/>
          <a:ext cx="3985048" cy="22139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Veritabanı güvenliği testleri için etkili bir çözüm sunar.</a:t>
          </a:r>
        </a:p>
      </dsp:txBody>
      <dsp:txXfrm>
        <a:off x="660010" y="3386392"/>
        <a:ext cx="3855362" cy="2084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CA8B7-C9DA-41BD-B859-773F69F3803B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56509-0AB9-4C9A-A649-4C450F1D906C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SET, sosyal mühendislik saldırılarını gerçekleştirmek için kullanılan bir çerçevedir. </a:t>
          </a:r>
        </a:p>
      </dsp:txBody>
      <dsp:txXfrm>
        <a:off x="0" y="0"/>
        <a:ext cx="5175384" cy="2768070"/>
      </dsp:txXfrm>
    </dsp:sp>
    <dsp:sp modelId="{1264EFD1-66CC-4551-8B81-209E42213861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11049-11A9-4DDC-8BA5-533DD13F3E3A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Kullanıcıları manipüle ederek bilgi çalmak veya zararlı yazılımları yaymak için çeşitli teknikler sunar.</a:t>
          </a:r>
        </a:p>
      </dsp:txBody>
      <dsp:txXfrm>
        <a:off x="0" y="2768070"/>
        <a:ext cx="5175384" cy="27680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1A982-4C2F-4713-BAFD-E36DBA201BF8}">
      <dsp:nvSpPr>
        <dsp:cNvPr id="0" name=""/>
        <dsp:cNvSpPr/>
      </dsp:nvSpPr>
      <dsp:spPr>
        <a:xfrm>
          <a:off x="459921" y="1969"/>
          <a:ext cx="4255540" cy="2553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Nikto, web sunucularındaki güvenlik açıklarını ve yanlış yapılandırmaları tespit eden bir tarayıcıdır. </a:t>
          </a:r>
        </a:p>
      </dsp:txBody>
      <dsp:txXfrm>
        <a:off x="459921" y="1969"/>
        <a:ext cx="4255540" cy="2553324"/>
      </dsp:txXfrm>
    </dsp:sp>
    <dsp:sp modelId="{FAD98390-9D0F-46D7-B6BE-1000C550F4C9}">
      <dsp:nvSpPr>
        <dsp:cNvPr id="0" name=""/>
        <dsp:cNvSpPr/>
      </dsp:nvSpPr>
      <dsp:spPr>
        <a:xfrm>
          <a:off x="459921" y="2980847"/>
          <a:ext cx="4255540" cy="2553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Güvenlik denetimlerinde sıkça kullanılır ve yaygın zafiyetleri kontrol eder.</a:t>
          </a:r>
        </a:p>
      </dsp:txBody>
      <dsp:txXfrm>
        <a:off x="459921" y="2980847"/>
        <a:ext cx="4255540" cy="25533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4AF8E-057C-4BF2-9988-41B906FEB48F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93990-3C43-46C7-9C73-A13C07D2D52A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Hydra, çok hızlı bir ağ giriş şifre kırıcıdır. </a:t>
          </a:r>
        </a:p>
      </dsp:txBody>
      <dsp:txXfrm>
        <a:off x="0" y="2703"/>
        <a:ext cx="5175384" cy="1843578"/>
      </dsp:txXfrm>
    </dsp:sp>
    <dsp:sp modelId="{3FFBA12D-0B26-4A03-9AA3-3224283ABB3B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00BCC-CDA6-4445-8BA9-06FDDACC01B7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Birçok farklı hizmet ve protokole saldırı gerçekleştirebilir. </a:t>
          </a:r>
        </a:p>
      </dsp:txBody>
      <dsp:txXfrm>
        <a:off x="0" y="1846281"/>
        <a:ext cx="5175384" cy="1843578"/>
      </dsp:txXfrm>
    </dsp:sp>
    <dsp:sp modelId="{81BAA64B-1FEC-4275-BD0C-E2AB3B73FE1F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EDFB7-7A35-47B1-8626-E7B178B52AE6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Çok sayıda oturum açma bilgilerini deneme yeteneğine sahiptir.</a:t>
          </a:r>
        </a:p>
      </dsp:txBody>
      <dsp:txXfrm>
        <a:off x="0" y="3689859"/>
        <a:ext cx="5175384" cy="184357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2EFDAC-86E9-45D3-9A59-A65E8A809D19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B9583-B98A-4B08-A988-60B60D7EA784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Maltego, açık kaynak istihbaratı ve adli bilişim için bir veri madenciliği aracıdır. </a:t>
          </a:r>
        </a:p>
      </dsp:txBody>
      <dsp:txXfrm>
        <a:off x="0" y="0"/>
        <a:ext cx="5175384" cy="2768070"/>
      </dsp:txXfrm>
    </dsp:sp>
    <dsp:sp modelId="{DE91FD8C-1FCF-4349-A4C5-7A302478783F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2BAE3-02FE-4FC9-AF79-BE9D4D03E8F4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Farklı varlıklar arasındaki ilişkileri görselleştirerek, bilgi toplama sürecini kolaylaştırır.</a:t>
          </a:r>
        </a:p>
      </dsp:txBody>
      <dsp:txXfrm>
        <a:off x="0" y="2768070"/>
        <a:ext cx="5175384" cy="276807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37B0B-4E2E-4FBA-8C31-A8A0FBF4C4FA}">
      <dsp:nvSpPr>
        <dsp:cNvPr id="0" name=""/>
        <dsp:cNvSpPr/>
      </dsp:nvSpPr>
      <dsp:spPr>
        <a:xfrm>
          <a:off x="0" y="25849"/>
          <a:ext cx="5175384" cy="26975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OWASP ZAP, web uygulama güvenliği tarayıcısıdır. </a:t>
          </a:r>
        </a:p>
      </dsp:txBody>
      <dsp:txXfrm>
        <a:off x="131685" y="157534"/>
        <a:ext cx="4912014" cy="2434211"/>
      </dsp:txXfrm>
    </dsp:sp>
    <dsp:sp modelId="{7611B015-762C-482F-B3EF-6167A704A58C}">
      <dsp:nvSpPr>
        <dsp:cNvPr id="0" name=""/>
        <dsp:cNvSpPr/>
      </dsp:nvSpPr>
      <dsp:spPr>
        <a:xfrm>
          <a:off x="0" y="2812710"/>
          <a:ext cx="5175384" cy="2697581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Güvenlik açıklarını bulmak için otomatik testler yapar ve kullanıcıların manuel testler gerçekleştirmesine olanak tanır.</a:t>
          </a:r>
        </a:p>
      </dsp:txBody>
      <dsp:txXfrm>
        <a:off x="131685" y="2944395"/>
        <a:ext cx="4912014" cy="243421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D0AAD1-24BF-4EE8-9DE8-70A106EE01DB}">
      <dsp:nvSpPr>
        <dsp:cNvPr id="0" name=""/>
        <dsp:cNvSpPr/>
      </dsp:nvSpPr>
      <dsp:spPr>
        <a:xfrm>
          <a:off x="0" y="3341354"/>
          <a:ext cx="5175384" cy="21922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Ağ trafiğini dinleyebilir ve değiştirerek veri çalabilir.</a:t>
          </a:r>
        </a:p>
      </dsp:txBody>
      <dsp:txXfrm>
        <a:off x="0" y="3341354"/>
        <a:ext cx="5175384" cy="2192290"/>
      </dsp:txXfrm>
    </dsp:sp>
    <dsp:sp modelId="{731C6747-9E26-4BCC-B4B6-295E45CEB715}">
      <dsp:nvSpPr>
        <dsp:cNvPr id="0" name=""/>
        <dsp:cNvSpPr/>
      </dsp:nvSpPr>
      <dsp:spPr>
        <a:xfrm rot="10800000">
          <a:off x="0" y="2496"/>
          <a:ext cx="5175384" cy="3371742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Ettercap, yerel alan ağlarında (LAN) adam ortada (man-in-the-middle) saldırıları gerçekleştirmek için kullanılan bir araçtır. </a:t>
          </a:r>
        </a:p>
      </dsp:txBody>
      <dsp:txXfrm rot="10800000">
        <a:off x="0" y="2496"/>
        <a:ext cx="5175384" cy="219085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44E7D-590C-4B40-9E18-F7AC68426434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3EDE5-9F54-4C4B-91DB-19BCDCCBA239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BeEF (Browser Exploitation Framework), tarayıcı tabanlı saldırılar için kullanılan bir çerçevedir. </a:t>
          </a:r>
        </a:p>
      </dsp:txBody>
      <dsp:txXfrm>
        <a:off x="0" y="0"/>
        <a:ext cx="5175384" cy="2768070"/>
      </dsp:txXfrm>
    </dsp:sp>
    <dsp:sp modelId="{010E9BAC-5AD2-4778-898D-A71FDDFFC2B5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AABE6-FF02-4A30-88F2-21B5E69BA3BA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Kullanıcıların web tarayıcıları üzerinden güvenlik açıklarını istismar etmeye olanak tanır.</a:t>
          </a:r>
        </a:p>
      </dsp:txBody>
      <dsp:txXfrm>
        <a:off x="0" y="2768070"/>
        <a:ext cx="5175384" cy="276807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D44FD-9470-42AE-BA6B-B53FDE2D29E3}">
      <dsp:nvSpPr>
        <dsp:cNvPr id="0" name=""/>
        <dsp:cNvSpPr/>
      </dsp:nvSpPr>
      <dsp:spPr>
        <a:xfrm>
          <a:off x="0" y="1290"/>
          <a:ext cx="5175384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Cuckoo Sandbox, zararlı yazılımları analiz etmek için kullanılan bir sanal ortamdır. </a:t>
          </a:r>
        </a:p>
      </dsp:txBody>
      <dsp:txXfrm>
        <a:off x="132392" y="133682"/>
        <a:ext cx="4910600" cy="2447275"/>
      </dsp:txXfrm>
    </dsp:sp>
    <dsp:sp modelId="{6B480837-5974-4A9C-8D35-6DA00802657F}">
      <dsp:nvSpPr>
        <dsp:cNvPr id="0" name=""/>
        <dsp:cNvSpPr/>
      </dsp:nvSpPr>
      <dsp:spPr>
        <a:xfrm>
          <a:off x="0" y="2822790"/>
          <a:ext cx="5175384" cy="27120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Zararlı yazılımların davranışlarını inceleyerek, tehditleri tanımlar.</a:t>
          </a:r>
        </a:p>
      </dsp:txBody>
      <dsp:txXfrm>
        <a:off x="132392" y="2955182"/>
        <a:ext cx="4910600" cy="244727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B068D-CC20-4BD5-B6C1-A6A8B74E52E3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9B5C6-D6EE-4B74-9E22-40C72943D1AF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Sosyal mühendislik testleri gerçekleştirmek için kullanılan bir çerçevedir. </a:t>
          </a:r>
        </a:p>
      </dsp:txBody>
      <dsp:txXfrm>
        <a:off x="0" y="0"/>
        <a:ext cx="5175384" cy="2768070"/>
      </dsp:txXfrm>
    </dsp:sp>
    <dsp:sp modelId="{E2DD749A-B426-483D-AFF9-A28485485B70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C8FD4-8882-4D7E-89DB-8A385E91F34E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Farklı sosyal mühendislik senaryolarını simüle eder.</a:t>
          </a:r>
        </a:p>
      </dsp:txBody>
      <dsp:txXfrm>
        <a:off x="0" y="2768070"/>
        <a:ext cx="5175384" cy="276807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370E5-12AF-453E-AD32-A8A5DF5A2456}">
      <dsp:nvSpPr>
        <dsp:cNvPr id="0" name=""/>
        <dsp:cNvSpPr/>
      </dsp:nvSpPr>
      <dsp:spPr>
        <a:xfrm>
          <a:off x="0" y="365340"/>
          <a:ext cx="5175384" cy="23552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Faraday, güvenlik testleri sırasında bilgi toplamak ve analiz etmek için kullanılan bir entegre platformdur. </a:t>
          </a:r>
        </a:p>
      </dsp:txBody>
      <dsp:txXfrm>
        <a:off x="114972" y="480312"/>
        <a:ext cx="4945440" cy="2125266"/>
      </dsp:txXfrm>
    </dsp:sp>
    <dsp:sp modelId="{E6770D4D-8288-4765-8944-3052195E2419}">
      <dsp:nvSpPr>
        <dsp:cNvPr id="0" name=""/>
        <dsp:cNvSpPr/>
      </dsp:nvSpPr>
      <dsp:spPr>
        <a:xfrm>
          <a:off x="0" y="2815590"/>
          <a:ext cx="5175384" cy="23552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Kullanıcıların zayıflıkları ve açıkları sistematik olarak yönetmelerine yardımcı olur.</a:t>
          </a:r>
        </a:p>
      </dsp:txBody>
      <dsp:txXfrm>
        <a:off x="114972" y="2930562"/>
        <a:ext cx="4945440" cy="212526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ACA29-CA4C-4547-BD1D-C80EDE9B51E7}">
      <dsp:nvSpPr>
        <dsp:cNvPr id="0" name=""/>
        <dsp:cNvSpPr/>
      </dsp:nvSpPr>
      <dsp:spPr>
        <a:xfrm>
          <a:off x="459921" y="1969"/>
          <a:ext cx="4255540" cy="2553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Armitage, Metasploit çerçevesi ile entegre çalışan bir GUI (grafik kullanıcı arayüzü) aracıdır. </a:t>
          </a:r>
        </a:p>
      </dsp:txBody>
      <dsp:txXfrm>
        <a:off x="459921" y="1969"/>
        <a:ext cx="4255540" cy="2553324"/>
      </dsp:txXfrm>
    </dsp:sp>
    <dsp:sp modelId="{48C49592-A7A8-488D-A548-B9C1ED7A68AF}">
      <dsp:nvSpPr>
        <dsp:cNvPr id="0" name=""/>
        <dsp:cNvSpPr/>
      </dsp:nvSpPr>
      <dsp:spPr>
        <a:xfrm>
          <a:off x="459921" y="2980847"/>
          <a:ext cx="4255540" cy="25533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Kullanıcıların güvenlik testlerini daha görsel bir şekilde gerçekleştirmesine olanak tanır.</a:t>
          </a:r>
        </a:p>
      </dsp:txBody>
      <dsp:txXfrm>
        <a:off x="459921" y="2980847"/>
        <a:ext cx="4255540" cy="255332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A3E09-F232-484A-927F-8DF82B39E015}">
      <dsp:nvSpPr>
        <dsp:cNvPr id="0" name=""/>
        <dsp:cNvSpPr/>
      </dsp:nvSpPr>
      <dsp:spPr>
        <a:xfrm>
          <a:off x="0" y="74100"/>
          <a:ext cx="5175384" cy="2640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Netcat, ağ bağlantılarını oluşturmak ve yönetmek için kullanılan bir araçtır. </a:t>
          </a:r>
        </a:p>
      </dsp:txBody>
      <dsp:txXfrm>
        <a:off x="128908" y="203008"/>
        <a:ext cx="4917568" cy="2382874"/>
      </dsp:txXfrm>
    </dsp:sp>
    <dsp:sp modelId="{C893FDAA-D550-474B-ABAE-23F5BE8C194F}">
      <dsp:nvSpPr>
        <dsp:cNvPr id="0" name=""/>
        <dsp:cNvSpPr/>
      </dsp:nvSpPr>
      <dsp:spPr>
        <a:xfrm>
          <a:off x="0" y="2821350"/>
          <a:ext cx="5175384" cy="26406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Veri transferi, port dinleme ve basit ağ testleri için kullanılır.</a:t>
          </a:r>
        </a:p>
      </dsp:txBody>
      <dsp:txXfrm>
        <a:off x="128908" y="2950258"/>
        <a:ext cx="4917568" cy="238287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58431-141A-4364-B28E-AFA999880A93}">
      <dsp:nvSpPr>
        <dsp:cNvPr id="0" name=""/>
        <dsp:cNvSpPr/>
      </dsp:nvSpPr>
      <dsp:spPr>
        <a:xfrm>
          <a:off x="0" y="74100"/>
          <a:ext cx="5175384" cy="2640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Tcpdump, ağ trafiğini yakalamak ve analiz etmek için kullanılan bir komut satırı aracıdır. </a:t>
          </a:r>
        </a:p>
      </dsp:txBody>
      <dsp:txXfrm>
        <a:off x="128908" y="203008"/>
        <a:ext cx="4917568" cy="2382874"/>
      </dsp:txXfrm>
    </dsp:sp>
    <dsp:sp modelId="{91846325-EB96-4370-8EC9-11AE7F114544}">
      <dsp:nvSpPr>
        <dsp:cNvPr id="0" name=""/>
        <dsp:cNvSpPr/>
      </dsp:nvSpPr>
      <dsp:spPr>
        <a:xfrm>
          <a:off x="0" y="2821350"/>
          <a:ext cx="5175384" cy="26406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Ağda olan veri paketlerini incelemek için oldukça etkilidir.</a:t>
          </a:r>
        </a:p>
      </dsp:txBody>
      <dsp:txXfrm>
        <a:off x="128908" y="2950258"/>
        <a:ext cx="4917568" cy="238287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35EDE-486F-4DDE-A45E-8702921AF799}">
      <dsp:nvSpPr>
        <dsp:cNvPr id="0" name=""/>
        <dsp:cNvSpPr/>
      </dsp:nvSpPr>
      <dsp:spPr>
        <a:xfrm>
          <a:off x="0" y="341580"/>
          <a:ext cx="5175384" cy="23645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Snort, gerçek zamanlı bir ağ saldırı tespit sistemidir. </a:t>
          </a:r>
        </a:p>
      </dsp:txBody>
      <dsp:txXfrm>
        <a:off x="115429" y="457009"/>
        <a:ext cx="4944526" cy="2133711"/>
      </dsp:txXfrm>
    </dsp:sp>
    <dsp:sp modelId="{459D096A-AFC1-4441-806E-4809F7CB0B71}">
      <dsp:nvSpPr>
        <dsp:cNvPr id="0" name=""/>
        <dsp:cNvSpPr/>
      </dsp:nvSpPr>
      <dsp:spPr>
        <a:xfrm>
          <a:off x="0" y="2829990"/>
          <a:ext cx="5175384" cy="236456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Ağ trafiğini analiz ederek, şüpheli aktiviteleri belirler.</a:t>
          </a:r>
        </a:p>
      </dsp:txBody>
      <dsp:txXfrm>
        <a:off x="115429" y="2945419"/>
        <a:ext cx="4944526" cy="213371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19E6A-AC58-4C6F-A876-B8DAD5ECE350}">
      <dsp:nvSpPr>
        <dsp:cNvPr id="0" name=""/>
        <dsp:cNvSpPr/>
      </dsp:nvSpPr>
      <dsp:spPr>
        <a:xfrm>
          <a:off x="0" y="341580"/>
          <a:ext cx="5175384" cy="23645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Arachni, web uygulamaları için bir güvenlik tarayıcısıdır. </a:t>
          </a:r>
        </a:p>
      </dsp:txBody>
      <dsp:txXfrm>
        <a:off x="115429" y="457009"/>
        <a:ext cx="4944526" cy="2133711"/>
      </dsp:txXfrm>
    </dsp:sp>
    <dsp:sp modelId="{8A7D6923-8FD5-4A40-BC6C-FE6B543DFBC1}">
      <dsp:nvSpPr>
        <dsp:cNvPr id="0" name=""/>
        <dsp:cNvSpPr/>
      </dsp:nvSpPr>
      <dsp:spPr>
        <a:xfrm>
          <a:off x="0" y="2829990"/>
          <a:ext cx="5175384" cy="236456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Otomatik olarak güvenlik açıklarını tarar ve raporlar.</a:t>
          </a:r>
        </a:p>
      </dsp:txBody>
      <dsp:txXfrm>
        <a:off x="115429" y="2945419"/>
        <a:ext cx="4944526" cy="213371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83120-07B3-420C-B26F-1E18F0F0A9F2}">
      <dsp:nvSpPr>
        <dsp:cNvPr id="0" name=""/>
        <dsp:cNvSpPr/>
      </dsp:nvSpPr>
      <dsp:spPr>
        <a:xfrm>
          <a:off x="0" y="36024"/>
          <a:ext cx="5175384" cy="26773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Wifite, Wi-Fi şifrelerini kırmak için kullanılan bir araçtır. </a:t>
          </a:r>
        </a:p>
      </dsp:txBody>
      <dsp:txXfrm>
        <a:off x="130696" y="166720"/>
        <a:ext cx="4913992" cy="2415933"/>
      </dsp:txXfrm>
    </dsp:sp>
    <dsp:sp modelId="{025BE1C2-5394-425D-97A0-1C31787428FC}">
      <dsp:nvSpPr>
        <dsp:cNvPr id="0" name=""/>
        <dsp:cNvSpPr/>
      </dsp:nvSpPr>
      <dsp:spPr>
        <a:xfrm>
          <a:off x="0" y="2822790"/>
          <a:ext cx="5175384" cy="26773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WPA ve WPA2 protokollerine saldırarak ağ şifrelerini çözmeye yardımcı olur.</a:t>
          </a:r>
        </a:p>
      </dsp:txBody>
      <dsp:txXfrm>
        <a:off x="130696" y="2953486"/>
        <a:ext cx="4913992" cy="2415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tr-TR" sz="4700"/>
              <a:t>Kali Linux Uygulamaları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t>Kapsamlı Araçların İncelenmesi</a:t>
            </a:r>
            <a:endParaRPr lang="tr-TR"/>
          </a:p>
        </p:txBody>
      </p:sp>
      <p:pic>
        <p:nvPicPr>
          <p:cNvPr id="5" name="Picture 4" descr="Ekranda bilgisayar betiği">
            <a:extLst>
              <a:ext uri="{FF2B5EF4-FFF2-40B4-BE49-F238E27FC236}">
                <a16:creationId xmlns:a16="http://schemas.microsoft.com/office/drawing/2014/main" id="{E7E4A4C6-D39B-3968-BDEC-5116B32E3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5" r="5288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Nmap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9F406E-0722-65E1-9A7A-8C67011DA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76907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300"/>
              <a:t>Wireshark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719476-E869-A4D8-416D-46C6F4D191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24223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000"/>
              <a:t>Metasploit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5EC318-9FF4-6FAE-3259-07DA68938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75228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Burp Suite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FBA9ED-0C48-50B0-F797-7F0E3003D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01983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Aircrack-ng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9DC5A2-45BB-3701-EE37-2FABA529C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36309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John the Ripper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8CE11A-BB2A-E95D-5214-CBB11FF452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22283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SQLMap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33D7EB-3046-9236-77A9-34E8B3FFB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34512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3600"/>
              <a:t>Social Engineering Toolkit (SET)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C7DCB8-B8BC-668F-6302-1EB14676BF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3480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Nikto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A2BAB8-F93E-8767-09B4-3B329A598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34865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Hydra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DC5596-A7CC-247C-063A-3735AF287A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82748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Maltego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5AC14-C58A-C2E5-8AA7-427E5547A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39024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OWASP ZAP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033FA8-D0C3-97A6-E130-935104CCE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77081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Ettercap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165492-039E-E939-EE0A-C4F7A78709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5506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BeEF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297C2B-DBA7-6864-08B0-20E37C847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81948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Cuckoo Sandbox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A38CC3-6246-8D50-05F3-122E6F288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34688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SEToolkit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C8A285-E930-EE67-41EA-A0A9F5EA5C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24191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Faraday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F1A312-DA4A-FE49-EEB7-1E84B6926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1121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Armitage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106726-4736-0911-8F72-01656BC19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90473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Netcat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674B49-594B-0E89-671E-AC46F5652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11969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Tcpdump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C8F36D-0CBD-8B6A-E2D9-015B58747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46149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Snort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11194-2B18-B06B-91C6-B5ACE17635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09280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Arachni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BC1E7C-53EC-14E0-34D1-7987BECBC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67309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tr-TR" sz="4700"/>
              <a:t>Wifite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308E1D-6875-67DF-6DF7-EFCA13650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71823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633</Words>
  <Application>Microsoft Office PowerPoint</Application>
  <PresentationFormat>Ekran Gösterisi (4:3)</PresentationFormat>
  <Paragraphs>77</Paragraphs>
  <Slides>24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Kali Linux Uygulamaları</vt:lpstr>
      <vt:lpstr>Nmap</vt:lpstr>
      <vt:lpstr>Wireshark</vt:lpstr>
      <vt:lpstr>Metasploit</vt:lpstr>
      <vt:lpstr>Burp Suite</vt:lpstr>
      <vt:lpstr>Aircrack-ng</vt:lpstr>
      <vt:lpstr>John the Ripper</vt:lpstr>
      <vt:lpstr>SQLMap</vt:lpstr>
      <vt:lpstr>Social Engineering Toolkit (SET)</vt:lpstr>
      <vt:lpstr>Nikto</vt:lpstr>
      <vt:lpstr>Hydra</vt:lpstr>
      <vt:lpstr>Maltego</vt:lpstr>
      <vt:lpstr>OWASP ZAP</vt:lpstr>
      <vt:lpstr>Ettercap</vt:lpstr>
      <vt:lpstr>BeEF</vt:lpstr>
      <vt:lpstr>Cuckoo Sandbox</vt:lpstr>
      <vt:lpstr>SEToolkit</vt:lpstr>
      <vt:lpstr>Faraday</vt:lpstr>
      <vt:lpstr>Armitage</vt:lpstr>
      <vt:lpstr>Netcat</vt:lpstr>
      <vt:lpstr>Tcpdump</vt:lpstr>
      <vt:lpstr>Snort</vt:lpstr>
      <vt:lpstr>Arachni</vt:lpstr>
      <vt:lpstr>Wifite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Mustafa altıok</cp:lastModifiedBy>
  <cp:revision>3</cp:revision>
  <dcterms:created xsi:type="dcterms:W3CDTF">2013-01-27T09:14:16Z</dcterms:created>
  <dcterms:modified xsi:type="dcterms:W3CDTF">2025-10-09T07:06:09Z</dcterms:modified>
  <cp:category/>
</cp:coreProperties>
</file>